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5"/>
  </p:notesMasterIdLst>
  <p:sldIdLst>
    <p:sldId id="263" r:id="rId2"/>
    <p:sldId id="300" r:id="rId3"/>
    <p:sldId id="290" r:id="rId4"/>
  </p:sldIdLst>
  <p:sldSz cx="12192000" cy="6858000"/>
  <p:notesSz cx="6858000" cy="9144000"/>
  <p:embeddedFontLst>
    <p:embeddedFont>
      <p:font typeface="Houschka Alt Pro Medium" panose="02000603000000020003" pitchFamily="2" charset="77"/>
      <p:regular r:id="rId6"/>
      <p:italic r:id="rId7"/>
    </p:embeddedFont>
    <p:embeddedFont>
      <p:font typeface="HouschkaAltPro-Bold" panose="02000503000000020003" pitchFamily="2" charset="77"/>
      <p:bold r:id="rId8"/>
    </p:embeddedFont>
    <p:embeddedFont>
      <p:font typeface="HouschkaAltPro-Medium" panose="02000603000000020003" pitchFamily="2" charset="77"/>
      <p:regular r:id="rId9"/>
      <p: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9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1"/>
    <p:restoredTop sz="94507"/>
  </p:normalViewPr>
  <p:slideViewPr>
    <p:cSldViewPr snapToGrid="0">
      <p:cViewPr varScale="1">
        <p:scale>
          <a:sx n="116" d="100"/>
          <a:sy n="116" d="100"/>
        </p:scale>
        <p:origin x="5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Houschka Alt Pro Medium" panose="02000603000000020003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Houschka Alt Pro Medium" panose="02000603000000020003" pitchFamily="2" charset="77"/>
              </a:defRPr>
            </a:lvl1pPr>
          </a:lstStyle>
          <a:p>
            <a:fld id="{FF5C2706-3FDB-0342-8F11-EF751EE08BBD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Houschka Alt Pro Medium" panose="02000603000000020003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Houschka Alt Pro Medium" panose="02000603000000020003" pitchFamily="2" charset="77"/>
              </a:defRPr>
            </a:lvl1pPr>
          </a:lstStyle>
          <a:p>
            <a:fld id="{03622A9C-E298-F644-AA18-1C732E57615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53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Houschka Alt Pro Medium" panose="02000603000000020003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Houschka Alt Pro Medium" panose="02000603000000020003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Houschka Alt Pro Medium" panose="02000603000000020003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Houschka Alt Pro Medium" panose="02000603000000020003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Houschka Alt Pro Medium" panose="02000603000000020003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12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png"/><Relationship Id="rId11" Type="http://schemas.openxmlformats.org/officeDocument/2006/relationships/image" Target="../media/image5.png"/><Relationship Id="rId5" Type="http://schemas.openxmlformats.org/officeDocument/2006/relationships/image" Target="../media/image23.sv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ronto1 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9B9FE68-6475-FA0E-1376-9A9366AB73FD}"/>
              </a:ext>
            </a:extLst>
          </p:cNvPr>
          <p:cNvGrpSpPr/>
          <p:nvPr userDrawn="1"/>
        </p:nvGrpSpPr>
        <p:grpSpPr>
          <a:xfrm>
            <a:off x="12293600" y="1"/>
            <a:ext cx="7009415" cy="6857999"/>
            <a:chOff x="9461500" y="1"/>
            <a:chExt cx="7009415" cy="68579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68D691F-48DC-924E-2A31-C387516C6B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8CC27C-D3E4-5D1B-1C9F-7D87A23A85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B21BF34-85E9-82BD-8C18-62504E5D97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24A00BA-92CB-125A-549E-38F4335A4D5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50269" y="313149"/>
            <a:ext cx="11491464" cy="119504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9D0932D-B97E-36BE-5879-C0D302F3B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9100" y="1498600"/>
            <a:ext cx="10160000" cy="1854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b="0" spc="2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 Title Title Title Title Title Title Title Title Title Title Title Title Title</a:t>
            </a:r>
          </a:p>
        </p:txBody>
      </p:sp>
      <p:sp>
        <p:nvSpPr>
          <p:cNvPr id="12" name="Picture 28">
            <a:extLst>
              <a:ext uri="{FF2B5EF4-FFF2-40B4-BE49-F238E27FC236}">
                <a16:creationId xmlns:a16="http://schemas.microsoft.com/office/drawing/2014/main" id="{8AFE0897-2690-FB6A-8799-1F1982495BE6}"/>
              </a:ext>
            </a:extLst>
          </p:cNvPr>
          <p:cNvSpPr/>
          <p:nvPr userDrawn="1"/>
        </p:nvSpPr>
        <p:spPr>
          <a:xfrm>
            <a:off x="622021" y="1902405"/>
            <a:ext cx="800379" cy="1014439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Picture 28">
            <a:extLst>
              <a:ext uri="{FF2B5EF4-FFF2-40B4-BE49-F238E27FC236}">
                <a16:creationId xmlns:a16="http://schemas.microsoft.com/office/drawing/2014/main" id="{57B68241-1195-D246-1B2F-932AB0394C5E}"/>
              </a:ext>
            </a:extLst>
          </p:cNvPr>
          <p:cNvSpPr/>
          <p:nvPr userDrawn="1"/>
        </p:nvSpPr>
        <p:spPr>
          <a:xfrm>
            <a:off x="152400" y="1902405"/>
            <a:ext cx="800379" cy="1014439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2">
              <a:lumMod val="75000"/>
              <a:alpha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Picture 28">
            <a:extLst>
              <a:ext uri="{FF2B5EF4-FFF2-40B4-BE49-F238E27FC236}">
                <a16:creationId xmlns:a16="http://schemas.microsoft.com/office/drawing/2014/main" id="{1405A333-E726-632E-8715-F17048617E4D}"/>
              </a:ext>
            </a:extLst>
          </p:cNvPr>
          <p:cNvSpPr/>
          <p:nvPr userDrawn="1"/>
        </p:nvSpPr>
        <p:spPr>
          <a:xfrm>
            <a:off x="-304800" y="1902405"/>
            <a:ext cx="800379" cy="1014439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5">
              <a:lumMod val="75000"/>
              <a:alpha val="7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8607AAF6-0791-5809-BCDC-15661CF0E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29888" y="6474286"/>
            <a:ext cx="2283042" cy="15756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PHOTO © DESTINATION TORONTO</a:t>
            </a:r>
          </a:p>
        </p:txBody>
      </p:sp>
    </p:spTree>
    <p:extLst>
      <p:ext uri="{BB962C8B-B14F-4D97-AF65-F5344CB8AC3E}">
        <p14:creationId xmlns:p14="http://schemas.microsoft.com/office/powerpoint/2010/main" val="396421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animBg="1"/>
      <p:bldP spid="13" grpId="0" animBg="1"/>
      <p:bldP spid="14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ronto2 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9B9FE68-6475-FA0E-1376-9A9366AB73FD}"/>
              </a:ext>
            </a:extLst>
          </p:cNvPr>
          <p:cNvGrpSpPr/>
          <p:nvPr userDrawn="1"/>
        </p:nvGrpSpPr>
        <p:grpSpPr>
          <a:xfrm>
            <a:off x="12293600" y="1"/>
            <a:ext cx="7009415" cy="6857999"/>
            <a:chOff x="9461500" y="1"/>
            <a:chExt cx="7009415" cy="68579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68D691F-48DC-924E-2A31-C387516C6B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8CC27C-D3E4-5D1B-1C9F-7D87A23A85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B21BF34-85E9-82BD-8C18-62504E5D97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24A00BA-92CB-125A-549E-38F4335A4D5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50269" y="313149"/>
            <a:ext cx="11491464" cy="119504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9D0932D-B97E-36BE-5879-C0D302F3B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9100" y="1498600"/>
            <a:ext cx="10160000" cy="1854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b="0" spc="2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Title Title Title Title Title Title Title Title Title Title Title Title Title</a:t>
            </a:r>
          </a:p>
        </p:txBody>
      </p:sp>
      <p:sp>
        <p:nvSpPr>
          <p:cNvPr id="12" name="Picture 28">
            <a:extLst>
              <a:ext uri="{FF2B5EF4-FFF2-40B4-BE49-F238E27FC236}">
                <a16:creationId xmlns:a16="http://schemas.microsoft.com/office/drawing/2014/main" id="{8AFE0897-2690-FB6A-8799-1F1982495BE6}"/>
              </a:ext>
            </a:extLst>
          </p:cNvPr>
          <p:cNvSpPr/>
          <p:nvPr userDrawn="1"/>
        </p:nvSpPr>
        <p:spPr>
          <a:xfrm>
            <a:off x="622021" y="1902405"/>
            <a:ext cx="800379" cy="1014439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Picture 28">
            <a:extLst>
              <a:ext uri="{FF2B5EF4-FFF2-40B4-BE49-F238E27FC236}">
                <a16:creationId xmlns:a16="http://schemas.microsoft.com/office/drawing/2014/main" id="{57B68241-1195-D246-1B2F-932AB0394C5E}"/>
              </a:ext>
            </a:extLst>
          </p:cNvPr>
          <p:cNvSpPr/>
          <p:nvPr userDrawn="1"/>
        </p:nvSpPr>
        <p:spPr>
          <a:xfrm>
            <a:off x="152400" y="1902405"/>
            <a:ext cx="800379" cy="1014439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2">
              <a:lumMod val="75000"/>
              <a:alpha val="7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Picture 28">
            <a:extLst>
              <a:ext uri="{FF2B5EF4-FFF2-40B4-BE49-F238E27FC236}">
                <a16:creationId xmlns:a16="http://schemas.microsoft.com/office/drawing/2014/main" id="{1405A333-E726-632E-8715-F17048617E4D}"/>
              </a:ext>
            </a:extLst>
          </p:cNvPr>
          <p:cNvSpPr/>
          <p:nvPr userDrawn="1"/>
        </p:nvSpPr>
        <p:spPr>
          <a:xfrm>
            <a:off x="-304800" y="1902405"/>
            <a:ext cx="800379" cy="1014439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5">
              <a:lumMod val="75000"/>
              <a:alpha val="7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F3F061C-C918-1849-89F6-36102F0EE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29888" y="6474286"/>
            <a:ext cx="2283042" cy="15756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PHOTO © DESTINATION TORONTO</a:t>
            </a:r>
          </a:p>
        </p:txBody>
      </p:sp>
    </p:spTree>
    <p:extLst>
      <p:ext uri="{BB962C8B-B14F-4D97-AF65-F5344CB8AC3E}">
        <p14:creationId xmlns:p14="http://schemas.microsoft.com/office/powerpoint/2010/main" val="351804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animBg="1"/>
      <p:bldP spid="13" grpId="0" animBg="1"/>
      <p:bldP spid="14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ronto3 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9B9FE68-6475-FA0E-1376-9A9366AB73FD}"/>
              </a:ext>
            </a:extLst>
          </p:cNvPr>
          <p:cNvGrpSpPr/>
          <p:nvPr userDrawn="1"/>
        </p:nvGrpSpPr>
        <p:grpSpPr>
          <a:xfrm>
            <a:off x="12293600" y="1"/>
            <a:ext cx="7009415" cy="6857999"/>
            <a:chOff x="9461500" y="1"/>
            <a:chExt cx="7009415" cy="68579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68D691F-48DC-924E-2A31-C387516C6B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8CC27C-D3E4-5D1B-1C9F-7D87A23A85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B21BF34-85E9-82BD-8C18-62504E5D97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24A00BA-92CB-125A-549E-38F4335A4D5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50269" y="313149"/>
            <a:ext cx="11491464" cy="119504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9D0932D-B97E-36BE-5879-C0D302F3B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9100" y="1498600"/>
            <a:ext cx="10160000" cy="1854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b="0" spc="2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Title Title Title Title Title Title Title Title Title Title Title Title Title</a:t>
            </a:r>
          </a:p>
        </p:txBody>
      </p:sp>
      <p:sp>
        <p:nvSpPr>
          <p:cNvPr id="12" name="Picture 28">
            <a:extLst>
              <a:ext uri="{FF2B5EF4-FFF2-40B4-BE49-F238E27FC236}">
                <a16:creationId xmlns:a16="http://schemas.microsoft.com/office/drawing/2014/main" id="{8AFE0897-2690-FB6A-8799-1F1982495BE6}"/>
              </a:ext>
            </a:extLst>
          </p:cNvPr>
          <p:cNvSpPr/>
          <p:nvPr userDrawn="1"/>
        </p:nvSpPr>
        <p:spPr>
          <a:xfrm>
            <a:off x="622021" y="1902405"/>
            <a:ext cx="800379" cy="1014439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Picture 28">
            <a:extLst>
              <a:ext uri="{FF2B5EF4-FFF2-40B4-BE49-F238E27FC236}">
                <a16:creationId xmlns:a16="http://schemas.microsoft.com/office/drawing/2014/main" id="{57B68241-1195-D246-1B2F-932AB0394C5E}"/>
              </a:ext>
            </a:extLst>
          </p:cNvPr>
          <p:cNvSpPr/>
          <p:nvPr userDrawn="1"/>
        </p:nvSpPr>
        <p:spPr>
          <a:xfrm>
            <a:off x="152400" y="1902405"/>
            <a:ext cx="800379" cy="1014439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2">
              <a:lumMod val="75000"/>
              <a:alpha val="7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Picture 28">
            <a:extLst>
              <a:ext uri="{FF2B5EF4-FFF2-40B4-BE49-F238E27FC236}">
                <a16:creationId xmlns:a16="http://schemas.microsoft.com/office/drawing/2014/main" id="{1405A333-E726-632E-8715-F17048617E4D}"/>
              </a:ext>
            </a:extLst>
          </p:cNvPr>
          <p:cNvSpPr/>
          <p:nvPr userDrawn="1"/>
        </p:nvSpPr>
        <p:spPr>
          <a:xfrm>
            <a:off x="-304800" y="1902405"/>
            <a:ext cx="800379" cy="1014439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5">
              <a:lumMod val="75000"/>
              <a:alpha val="7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F205915-91CE-8966-17D6-5100D85E7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29888" y="6474286"/>
            <a:ext cx="2283042" cy="15756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PHOTO © DESTINATION TORONTO</a:t>
            </a:r>
          </a:p>
        </p:txBody>
      </p:sp>
    </p:spTree>
    <p:extLst>
      <p:ext uri="{BB962C8B-B14F-4D97-AF65-F5344CB8AC3E}">
        <p14:creationId xmlns:p14="http://schemas.microsoft.com/office/powerpoint/2010/main" val="407284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animBg="1"/>
      <p:bldP spid="13" grpId="0" animBg="1"/>
      <p:bldP spid="14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rtual 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49946F2-373B-C9E6-457A-66F6C0AB3BA6}"/>
              </a:ext>
            </a:extLst>
          </p:cNvPr>
          <p:cNvGrpSpPr/>
          <p:nvPr userDrawn="1"/>
        </p:nvGrpSpPr>
        <p:grpSpPr>
          <a:xfrm>
            <a:off x="-1447800" y="1"/>
            <a:ext cx="7009415" cy="6857999"/>
            <a:chOff x="9461500" y="1"/>
            <a:chExt cx="7009415" cy="6857999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FF695AA-5D58-E6C4-AA56-CA64968227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EB3FA9B-335E-6ACF-CC21-37DF57C98E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5F5FC09-0D1C-EFDB-3F1B-A5D8AAF387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9B9FE68-6475-FA0E-1376-9A9366AB73FD}"/>
              </a:ext>
            </a:extLst>
          </p:cNvPr>
          <p:cNvGrpSpPr/>
          <p:nvPr userDrawn="1"/>
        </p:nvGrpSpPr>
        <p:grpSpPr>
          <a:xfrm>
            <a:off x="7632700" y="1"/>
            <a:ext cx="7009415" cy="6857999"/>
            <a:chOff x="9461500" y="1"/>
            <a:chExt cx="7009415" cy="68579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68D691F-48DC-924E-2A31-C387516C6B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8CC27C-D3E4-5D1B-1C9F-7D87A23A85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B21BF34-85E9-82BD-8C18-62504E5D97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8D8CF9B-9074-0907-3EFB-5CCF3426C270}"/>
              </a:ext>
            </a:extLst>
          </p:cNvPr>
          <p:cNvGrpSpPr/>
          <p:nvPr userDrawn="1"/>
        </p:nvGrpSpPr>
        <p:grpSpPr>
          <a:xfrm>
            <a:off x="3276600" y="1"/>
            <a:ext cx="7009415" cy="6857999"/>
            <a:chOff x="9461500" y="1"/>
            <a:chExt cx="7009415" cy="6857999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7D7F06A-5FA1-EA81-912A-9688031012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ADFC4CC-0FD9-7325-7498-9A9B015068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8013AE4-4EA9-2E35-94CA-BC0E546EC0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89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24A00BA-92CB-125A-549E-38F4335A4D5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350269" y="313149"/>
            <a:ext cx="11491464" cy="119504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1CF8565-0605-7E10-5AC0-3AD8C0453F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95000"/>
          </a:blip>
          <a:srcRect/>
          <a:stretch/>
        </p:blipFill>
        <p:spPr>
          <a:xfrm>
            <a:off x="-3555999" y="14050"/>
            <a:ext cx="4850414" cy="684395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9D0932D-B97E-36BE-5879-C0D302F3B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1485900"/>
            <a:ext cx="9182100" cy="53721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b="0" spc="2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 Title Title Title Title Title Title Title Title Title Title Title Title Title Title Title</a:t>
            </a:r>
          </a:p>
        </p:txBody>
      </p:sp>
      <p:sp>
        <p:nvSpPr>
          <p:cNvPr id="3" name="Picture 28">
            <a:extLst>
              <a:ext uri="{FF2B5EF4-FFF2-40B4-BE49-F238E27FC236}">
                <a16:creationId xmlns:a16="http://schemas.microsoft.com/office/drawing/2014/main" id="{871C1040-AD94-FA32-8E4C-AD60593D55DA}"/>
              </a:ext>
            </a:extLst>
          </p:cNvPr>
          <p:cNvSpPr/>
          <p:nvPr userDrawn="1"/>
        </p:nvSpPr>
        <p:spPr>
          <a:xfrm>
            <a:off x="11194403" y="5669076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6">
              <a:lumMod val="75000"/>
              <a:alpha val="73573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Picture 28">
            <a:extLst>
              <a:ext uri="{FF2B5EF4-FFF2-40B4-BE49-F238E27FC236}">
                <a16:creationId xmlns:a16="http://schemas.microsoft.com/office/drawing/2014/main" id="{35304AAF-6DEF-F7F6-F24E-05E4EEEB8840}"/>
              </a:ext>
            </a:extLst>
          </p:cNvPr>
          <p:cNvSpPr/>
          <p:nvPr userDrawn="1"/>
        </p:nvSpPr>
        <p:spPr>
          <a:xfrm>
            <a:off x="10724782" y="5669076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  <a:alpha val="7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Picture 28">
            <a:extLst>
              <a:ext uri="{FF2B5EF4-FFF2-40B4-BE49-F238E27FC236}">
                <a16:creationId xmlns:a16="http://schemas.microsoft.com/office/drawing/2014/main" id="{D4C1B145-08EF-1EC9-6A27-6667275C3673}"/>
              </a:ext>
            </a:extLst>
          </p:cNvPr>
          <p:cNvSpPr/>
          <p:nvPr userDrawn="1"/>
        </p:nvSpPr>
        <p:spPr>
          <a:xfrm>
            <a:off x="10242182" y="5669076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bg2">
              <a:alpha val="7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2" name="Picture 1" descr="Virtual Session White">
            <a:extLst>
              <a:ext uri="{FF2B5EF4-FFF2-40B4-BE49-F238E27FC236}">
                <a16:creationId xmlns:a16="http://schemas.microsoft.com/office/drawing/2014/main" id="{296E2FC7-ACCB-2A85-11F5-89DA9F3BF40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9026505" y="5667846"/>
            <a:ext cx="1040860" cy="79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70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0"/>
                            </p:stCondLst>
                            <p:childTnLst>
                              <p:par>
                                <p:cTn id="3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000"/>
                            </p:stCondLst>
                            <p:childTnLst>
                              <p:par>
                                <p:cTn id="4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animBg="1"/>
      <p:bldP spid="4" grpId="0" animBg="1"/>
      <p:bldP spid="5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CRP 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9B9FE68-6475-FA0E-1376-9A9366AB73FD}"/>
              </a:ext>
            </a:extLst>
          </p:cNvPr>
          <p:cNvGrpSpPr/>
          <p:nvPr userDrawn="1"/>
        </p:nvGrpSpPr>
        <p:grpSpPr>
          <a:xfrm>
            <a:off x="12293600" y="1"/>
            <a:ext cx="7009415" cy="6857999"/>
            <a:chOff x="9461500" y="1"/>
            <a:chExt cx="7009415" cy="68579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68D691F-48DC-924E-2A31-C387516C6B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8CC27C-D3E4-5D1B-1C9F-7D87A23A85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B21BF34-85E9-82BD-8C18-62504E5D97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24A00BA-92CB-125A-549E-38F4335A4D5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50269" y="313149"/>
            <a:ext cx="11491464" cy="119504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9D0932D-B97E-36BE-5879-C0D302F3B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1515034"/>
            <a:ext cx="5054600" cy="534296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b="0" spc="2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DCRP Title Title Title DCRP Title Title DCRP Title Title Title Title DCRP Title Title</a:t>
            </a:r>
          </a:p>
        </p:txBody>
      </p:sp>
      <p:pic>
        <p:nvPicPr>
          <p:cNvPr id="3" name="Picture 2" descr="DCRP Gold">
            <a:extLst>
              <a:ext uri="{FF2B5EF4-FFF2-40B4-BE49-F238E27FC236}">
                <a16:creationId xmlns:a16="http://schemas.microsoft.com/office/drawing/2014/main" id="{C6EBFE4B-CA2C-E405-0283-A70941D2A21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9496473" y="5674559"/>
            <a:ext cx="682208" cy="768838"/>
          </a:xfrm>
          <a:prstGeom prst="rect">
            <a:avLst/>
          </a:prstGeom>
        </p:spPr>
      </p:pic>
      <p:sp>
        <p:nvSpPr>
          <p:cNvPr id="15" name="Picture 28">
            <a:extLst>
              <a:ext uri="{FF2B5EF4-FFF2-40B4-BE49-F238E27FC236}">
                <a16:creationId xmlns:a16="http://schemas.microsoft.com/office/drawing/2014/main" id="{046D7421-02D3-8291-6340-AAD94CA737EF}"/>
              </a:ext>
            </a:extLst>
          </p:cNvPr>
          <p:cNvSpPr/>
          <p:nvPr userDrawn="1"/>
        </p:nvSpPr>
        <p:spPr>
          <a:xfrm>
            <a:off x="11194403" y="5669076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Picture 28">
            <a:extLst>
              <a:ext uri="{FF2B5EF4-FFF2-40B4-BE49-F238E27FC236}">
                <a16:creationId xmlns:a16="http://schemas.microsoft.com/office/drawing/2014/main" id="{C755A51D-4351-AED5-85F1-C3B392D7886B}"/>
              </a:ext>
            </a:extLst>
          </p:cNvPr>
          <p:cNvSpPr/>
          <p:nvPr userDrawn="1"/>
        </p:nvSpPr>
        <p:spPr>
          <a:xfrm>
            <a:off x="10724782" y="5669076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2">
              <a:alpha val="7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Picture 28">
            <a:extLst>
              <a:ext uri="{FF2B5EF4-FFF2-40B4-BE49-F238E27FC236}">
                <a16:creationId xmlns:a16="http://schemas.microsoft.com/office/drawing/2014/main" id="{E7CBA723-A734-D125-5669-5DF32E952763}"/>
              </a:ext>
            </a:extLst>
          </p:cNvPr>
          <p:cNvSpPr/>
          <p:nvPr userDrawn="1"/>
        </p:nvSpPr>
        <p:spPr>
          <a:xfrm>
            <a:off x="10242182" y="5669076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7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371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 animBg="1"/>
      <p:bldP spid="16" grpId="0" animBg="1"/>
      <p:bldP spid="18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CBS 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9B9FE68-6475-FA0E-1376-9A9366AB73FD}"/>
              </a:ext>
            </a:extLst>
          </p:cNvPr>
          <p:cNvGrpSpPr/>
          <p:nvPr userDrawn="1"/>
        </p:nvGrpSpPr>
        <p:grpSpPr>
          <a:xfrm>
            <a:off x="12293600" y="1"/>
            <a:ext cx="7009415" cy="6857999"/>
            <a:chOff x="9461500" y="1"/>
            <a:chExt cx="7009415" cy="68579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68D691F-48DC-924E-2A31-C387516C6B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8CC27C-D3E4-5D1B-1C9F-7D87A23A85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B21BF34-85E9-82BD-8C18-62504E5D97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24A00BA-92CB-125A-549E-38F4335A4D5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50269" y="313149"/>
            <a:ext cx="11491464" cy="119504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9D0932D-B97E-36BE-5879-C0D302F3B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1506071"/>
            <a:ext cx="7302500" cy="4602629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b="0" spc="2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ECBS Title Title Title ECBS Title Title ECBS Title Title Title Title </a:t>
            </a:r>
            <a:br>
              <a:rPr lang="en-US" dirty="0"/>
            </a:br>
            <a:r>
              <a:rPr lang="en-US" dirty="0"/>
              <a:t>Title Title Title ECBS</a:t>
            </a:r>
          </a:p>
        </p:txBody>
      </p:sp>
      <p:pic>
        <p:nvPicPr>
          <p:cNvPr id="13" name="Picture 12" descr="Emerging Concepts In Basic Science White">
            <a:extLst>
              <a:ext uri="{FF2B5EF4-FFF2-40B4-BE49-F238E27FC236}">
                <a16:creationId xmlns:a16="http://schemas.microsoft.com/office/drawing/2014/main" id="{C6829AA5-B01C-4E67-0F10-C232A9F74C0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9208290" y="1790954"/>
            <a:ext cx="885146" cy="778928"/>
          </a:xfrm>
          <a:prstGeom prst="rect">
            <a:avLst/>
          </a:prstGeom>
        </p:spPr>
      </p:pic>
      <p:sp>
        <p:nvSpPr>
          <p:cNvPr id="14" name="Picture 28">
            <a:extLst>
              <a:ext uri="{FF2B5EF4-FFF2-40B4-BE49-F238E27FC236}">
                <a16:creationId xmlns:a16="http://schemas.microsoft.com/office/drawing/2014/main" id="{2AA7683B-D1EC-722B-BB85-DF6F7AA137C0}"/>
              </a:ext>
            </a:extLst>
          </p:cNvPr>
          <p:cNvSpPr/>
          <p:nvPr userDrawn="1"/>
        </p:nvSpPr>
        <p:spPr>
          <a:xfrm>
            <a:off x="10714787" y="1767187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Picture 28">
            <a:extLst>
              <a:ext uri="{FF2B5EF4-FFF2-40B4-BE49-F238E27FC236}">
                <a16:creationId xmlns:a16="http://schemas.microsoft.com/office/drawing/2014/main" id="{13880230-AA07-BB33-5E4A-28F0AAC0DC29}"/>
              </a:ext>
            </a:extLst>
          </p:cNvPr>
          <p:cNvSpPr/>
          <p:nvPr userDrawn="1"/>
        </p:nvSpPr>
        <p:spPr>
          <a:xfrm>
            <a:off x="10245166" y="1767187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  <a:alpha val="61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Picture 28">
            <a:extLst>
              <a:ext uri="{FF2B5EF4-FFF2-40B4-BE49-F238E27FC236}">
                <a16:creationId xmlns:a16="http://schemas.microsoft.com/office/drawing/2014/main" id="{CE2A30CF-511F-DE9E-C5A2-186F0E2ABCDD}"/>
              </a:ext>
            </a:extLst>
          </p:cNvPr>
          <p:cNvSpPr/>
          <p:nvPr userDrawn="1"/>
        </p:nvSpPr>
        <p:spPr>
          <a:xfrm>
            <a:off x="11222787" y="1767187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rgbClr val="58595B">
              <a:alpha val="63034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3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animBg="1"/>
      <p:bldP spid="15" grpId="0" animBg="1"/>
      <p:bldP spid="17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P 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9B9FE68-6475-FA0E-1376-9A9366AB73FD}"/>
              </a:ext>
            </a:extLst>
          </p:cNvPr>
          <p:cNvGrpSpPr/>
          <p:nvPr userDrawn="1"/>
        </p:nvGrpSpPr>
        <p:grpSpPr>
          <a:xfrm>
            <a:off x="12293600" y="1"/>
            <a:ext cx="7009415" cy="6857999"/>
            <a:chOff x="9461500" y="1"/>
            <a:chExt cx="7009415" cy="68579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68D691F-48DC-924E-2A31-C387516C6B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8CC27C-D3E4-5D1B-1C9F-7D87A23A85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B21BF34-85E9-82BD-8C18-62504E5D97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24A00BA-92CB-125A-549E-38F4335A4D5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50269" y="313149"/>
            <a:ext cx="11491464" cy="119504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9D0932D-B97E-36BE-5879-C0D302F3B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700" y="1497106"/>
            <a:ext cx="4775200" cy="536089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b="0" spc="20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Clinical Pearl Title Clinical Pearl Title </a:t>
            </a:r>
            <a:br>
              <a:rPr lang="en-US" dirty="0"/>
            </a:br>
            <a:r>
              <a:rPr lang="en-US" dirty="0"/>
              <a:t>Clinical Pearl Title Clinical</a:t>
            </a:r>
          </a:p>
        </p:txBody>
      </p:sp>
      <p:sp>
        <p:nvSpPr>
          <p:cNvPr id="14" name="Picture 28">
            <a:extLst>
              <a:ext uri="{FF2B5EF4-FFF2-40B4-BE49-F238E27FC236}">
                <a16:creationId xmlns:a16="http://schemas.microsoft.com/office/drawing/2014/main" id="{2AA7683B-D1EC-722B-BB85-DF6F7AA137C0}"/>
              </a:ext>
            </a:extLst>
          </p:cNvPr>
          <p:cNvSpPr/>
          <p:nvPr userDrawn="1"/>
        </p:nvSpPr>
        <p:spPr>
          <a:xfrm>
            <a:off x="11201122" y="5839405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  <a:alpha val="82066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Picture 28">
            <a:extLst>
              <a:ext uri="{FF2B5EF4-FFF2-40B4-BE49-F238E27FC236}">
                <a16:creationId xmlns:a16="http://schemas.microsoft.com/office/drawing/2014/main" id="{13880230-AA07-BB33-5E4A-28F0AAC0DC29}"/>
              </a:ext>
            </a:extLst>
          </p:cNvPr>
          <p:cNvSpPr/>
          <p:nvPr userDrawn="1"/>
        </p:nvSpPr>
        <p:spPr>
          <a:xfrm>
            <a:off x="10731501" y="5839405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3">
              <a:lumMod val="75000"/>
              <a:alpha val="7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Picture 28">
            <a:extLst>
              <a:ext uri="{FF2B5EF4-FFF2-40B4-BE49-F238E27FC236}">
                <a16:creationId xmlns:a16="http://schemas.microsoft.com/office/drawing/2014/main" id="{E5C9A8AA-14AF-8599-CA8B-8CE8933E8180}"/>
              </a:ext>
            </a:extLst>
          </p:cNvPr>
          <p:cNvSpPr/>
          <p:nvPr userDrawn="1"/>
        </p:nvSpPr>
        <p:spPr>
          <a:xfrm>
            <a:off x="10248901" y="5839405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Picture 3" descr="Clinical Pearls Teal">
            <a:extLst>
              <a:ext uri="{FF2B5EF4-FFF2-40B4-BE49-F238E27FC236}">
                <a16:creationId xmlns:a16="http://schemas.microsoft.com/office/drawing/2014/main" id="{6281E3E9-B80D-4170-1FD2-31FD32CCAF1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23546" y="5844888"/>
            <a:ext cx="798354" cy="79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19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animBg="1"/>
      <p:bldP spid="15" grpId="0" animBg="1"/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1454C-9917-069E-7405-16123C87C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0C709-1E77-E5D5-A403-18F3EF24AC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02ABBD-D094-E981-6F5A-8D113D8B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28">
            <a:extLst>
              <a:ext uri="{FF2B5EF4-FFF2-40B4-BE49-F238E27FC236}">
                <a16:creationId xmlns:a16="http://schemas.microsoft.com/office/drawing/2014/main" id="{33E586FD-5F6C-A25C-39FF-3777E50382AC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AAC197B-5423-CDF7-0E04-D6108B3C6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EE2BF417-20BE-128F-D90E-87746A2A0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0C2D493-93E2-98DD-C605-DB9794A68F73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77274F7-D5CF-DAE1-C5A2-6BB899FEEB2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0001C7BC-E365-E571-61BC-4D2B1349E26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77FC9BC-CF1A-7BFA-51F5-A8C878D34A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194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  <p:extLst>
    <p:ext uri="{DCECCB84-F9BA-43D5-87BE-67443E8EF086}">
      <p15:sldGuideLst xmlns:p15="http://schemas.microsoft.com/office/powerpoint/2012/main">
        <p15:guide id="1" orient="horz" pos="4032" userDrawn="1">
          <p15:clr>
            <a:srgbClr val="FBAE40"/>
          </p15:clr>
        </p15:guide>
        <p15:guide id="2" pos="7368" userDrawn="1">
          <p15:clr>
            <a:srgbClr val="FBAE40"/>
          </p15:clr>
        </p15:guide>
        <p15:guide id="3" pos="3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C2166-1385-3ADD-5DCD-C223D480BA6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30023" y="1509487"/>
            <a:ext cx="8852377" cy="4339770"/>
          </a:xfrm>
        </p:spPr>
        <p:txBody>
          <a:bodyPr anchor="ctr"/>
          <a:lstStyle>
            <a:lvl1pPr>
              <a:lnSpc>
                <a:spcPct val="100000"/>
              </a:lnSpc>
              <a:defRPr baseline="0"/>
            </a:lvl1pPr>
            <a:lvl2pPr marL="344488" indent="-333375">
              <a:lnSpc>
                <a:spcPct val="100000"/>
              </a:lnSpc>
              <a:tabLst/>
              <a:defRPr baseline="0"/>
            </a:lvl2pPr>
            <a:lvl3pPr marL="344488" indent="-333375">
              <a:lnSpc>
                <a:spcPct val="100000"/>
              </a:lnSpc>
              <a:tabLst/>
              <a:defRPr baseline="0"/>
            </a:lvl3pPr>
            <a:lvl4pPr marL="344488" indent="-333375">
              <a:lnSpc>
                <a:spcPct val="100000"/>
              </a:lnSpc>
              <a:tabLst/>
              <a:defRPr baseline="0"/>
            </a:lvl4pPr>
            <a:lvl5pPr marL="344488" indent="-333375">
              <a:lnSpc>
                <a:spcPct val="100000"/>
              </a:lnSpc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B0E30FF-1CAE-FF08-A6B3-4F362D556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28">
            <a:extLst>
              <a:ext uri="{FF2B5EF4-FFF2-40B4-BE49-F238E27FC236}">
                <a16:creationId xmlns:a16="http://schemas.microsoft.com/office/drawing/2014/main" id="{7685EF57-337E-3CAA-30F1-6B6E82A77C12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36A0666-2BA3-1FA9-81E2-2E6967BA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521C5126-553C-9C19-C5F0-5030CC2B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C224D96-B87A-7896-4178-AE27FA7883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B1951653-F298-3F9C-020B-E844E005D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9159A86-15C4-1208-2D19-4ACD2C5D07DF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5A98659-8E9C-8E4F-9BFE-99FE3B520D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1477035-0B3E-3163-BDDD-AE21AD21AF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3BFA405-BA1D-139B-071B-5A1BBF8A48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424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AC6E8-2D7C-DB8B-DC44-689127439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85042"/>
            <a:ext cx="9142580" cy="567317"/>
          </a:xfrm>
        </p:spPr>
        <p:txBody>
          <a:bodyPr anchor="t">
            <a:normAutofit/>
          </a:bodyPr>
          <a:lstStyle>
            <a:lvl1pPr>
              <a:defRPr sz="3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567797C-E9BA-54D1-1CBE-81E1E2C7051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71500" y="852359"/>
            <a:ext cx="9142054" cy="268788"/>
          </a:xfrm>
        </p:spPr>
        <p:txBody>
          <a:bodyPr anchor="b">
            <a:noAutofit/>
          </a:bodyPr>
          <a:lstStyle>
            <a:lvl1pPr marL="0" indent="0">
              <a:buNone/>
              <a:defRPr sz="20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Subhead Subhead Subhead Subhead Subhead Subhead Subhead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F3A0FB-D86C-C768-D539-906DE5EB1E0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30023" y="1509487"/>
            <a:ext cx="8852377" cy="4339770"/>
          </a:xfrm>
        </p:spPr>
        <p:txBody>
          <a:bodyPr anchor="ctr"/>
          <a:lstStyle>
            <a:lvl1pPr>
              <a:lnSpc>
                <a:spcPct val="100000"/>
              </a:lnSpc>
              <a:defRPr baseline="0"/>
            </a:lvl1pPr>
            <a:lvl2pPr marL="344488" indent="-333375">
              <a:lnSpc>
                <a:spcPct val="100000"/>
              </a:lnSpc>
              <a:tabLst/>
              <a:defRPr baseline="0"/>
            </a:lvl2pPr>
            <a:lvl3pPr marL="344488" indent="-333375">
              <a:lnSpc>
                <a:spcPct val="100000"/>
              </a:lnSpc>
              <a:tabLst/>
              <a:defRPr baseline="0"/>
            </a:lvl3pPr>
            <a:lvl4pPr marL="344488" indent="-333375">
              <a:lnSpc>
                <a:spcPct val="100000"/>
              </a:lnSpc>
              <a:tabLst/>
              <a:defRPr baseline="0"/>
            </a:lvl4pPr>
            <a:lvl5pPr marL="344488" indent="-333375">
              <a:lnSpc>
                <a:spcPct val="100000"/>
              </a:lnSpc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28">
            <a:extLst>
              <a:ext uri="{FF2B5EF4-FFF2-40B4-BE49-F238E27FC236}">
                <a16:creationId xmlns:a16="http://schemas.microsoft.com/office/drawing/2014/main" id="{3CE4F54D-2FAA-1D99-319A-1624E55211E8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Date Placeholder 2">
            <a:extLst>
              <a:ext uri="{FF2B5EF4-FFF2-40B4-BE49-F238E27FC236}">
                <a16:creationId xmlns:a16="http://schemas.microsoft.com/office/drawing/2014/main" id="{64471BD4-D200-2E3A-DA83-3FBFD40C92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F2A40BBB-46B6-92CA-93A2-C56ABFDA5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03238FF-21CB-5801-75D8-3EA7724046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6CCD7CF5-4E71-9CFD-16C2-1AFE26063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F686560-0E88-F010-54BB-4CB43E45F782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F0697A4-C1E2-382A-362F-3821D1956C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11EE48D-4C78-307B-F08C-8A58CDB8B0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8F645F7-F94A-2462-0958-C43E53991C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527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5884831-6E39-CCEF-42FE-8199351DC5B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30023" y="1509487"/>
            <a:ext cx="4265863" cy="4339770"/>
          </a:xfrm>
        </p:spPr>
        <p:txBody>
          <a:bodyPr anchor="ctr"/>
          <a:lstStyle>
            <a:lvl1pPr>
              <a:lnSpc>
                <a:spcPct val="100000"/>
              </a:lnSpc>
              <a:defRPr baseline="0"/>
            </a:lvl1pPr>
            <a:lvl2pPr marL="344488" indent="-333375">
              <a:lnSpc>
                <a:spcPct val="100000"/>
              </a:lnSpc>
              <a:tabLst/>
              <a:defRPr baseline="0"/>
            </a:lvl2pPr>
            <a:lvl3pPr marL="344488" indent="-333375">
              <a:lnSpc>
                <a:spcPct val="100000"/>
              </a:lnSpc>
              <a:tabLst/>
              <a:defRPr baseline="0"/>
            </a:lvl3pPr>
            <a:lvl4pPr marL="344488" indent="-333375">
              <a:lnSpc>
                <a:spcPct val="100000"/>
              </a:lnSpc>
              <a:tabLst/>
              <a:defRPr baseline="0"/>
            </a:lvl4pPr>
            <a:lvl5pPr marL="344488" indent="-333375">
              <a:lnSpc>
                <a:spcPct val="100000"/>
              </a:lnSpc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7C1EE88E-31E5-F7CC-8D28-B65101D74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Picture 28">
            <a:extLst>
              <a:ext uri="{FF2B5EF4-FFF2-40B4-BE49-F238E27FC236}">
                <a16:creationId xmlns:a16="http://schemas.microsoft.com/office/drawing/2014/main" id="{4E437024-03FC-E489-1B30-CAA20BEAF822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7577FC7-10BA-27B1-CB06-B712126360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315200" y="1509487"/>
            <a:ext cx="4372708" cy="4339770"/>
          </a:xfrm>
        </p:spPr>
        <p:txBody>
          <a:bodyPr anchor="ctr"/>
          <a:lstStyle>
            <a:lvl1pPr>
              <a:lnSpc>
                <a:spcPct val="100000"/>
              </a:lnSpc>
              <a:defRPr baseline="0"/>
            </a:lvl1pPr>
            <a:lvl2pPr marL="344488" indent="-333375">
              <a:lnSpc>
                <a:spcPct val="100000"/>
              </a:lnSpc>
              <a:tabLst/>
              <a:defRPr baseline="0"/>
            </a:lvl2pPr>
            <a:lvl3pPr marL="344488" indent="-333375">
              <a:lnSpc>
                <a:spcPct val="100000"/>
              </a:lnSpc>
              <a:tabLst/>
              <a:defRPr baseline="0"/>
            </a:lvl3pPr>
            <a:lvl4pPr marL="344488" indent="-333375">
              <a:lnSpc>
                <a:spcPct val="100000"/>
              </a:lnSpc>
              <a:tabLst/>
              <a:defRPr baseline="0"/>
            </a:lvl4pPr>
            <a:lvl5pPr marL="344488" indent="-333375">
              <a:lnSpc>
                <a:spcPct val="100000"/>
              </a:lnSpc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068E625E-23C6-4F7F-F0D9-64909CAC08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BD90ECED-B4BC-4E1B-F07A-F8150FABA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646BCE5-216A-D9A1-C956-D846A6DF14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D658F1E4-AABB-68B8-C539-89FCC28BC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6146329-9FD7-6815-41D7-C264D7503CDC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10BAE6FA-7B31-63B4-5CEF-322A310552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E17BB1D9-94A8-D2B7-CC95-CB407C8F19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25E1476-0588-C550-5104-97285833BB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709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C8AAF-7D75-C89A-25FE-BEC368BFEF2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23153" y="1491132"/>
            <a:ext cx="4287247" cy="567317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Comparison 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4CC4A8-2D04-303C-3BB7-3D140EC5920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315199" y="1491132"/>
            <a:ext cx="4372709" cy="567317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Comparison 2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F9802F5-C345-F494-2DA5-A8E6BAC78060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730023" y="2356337"/>
            <a:ext cx="4265863" cy="3492919"/>
          </a:xfrm>
        </p:spPr>
        <p:txBody>
          <a:bodyPr anchor="t"/>
          <a:lstStyle>
            <a:lvl1pPr>
              <a:lnSpc>
                <a:spcPct val="100000"/>
              </a:lnSpc>
              <a:defRPr baseline="0"/>
            </a:lvl1pPr>
            <a:lvl2pPr marL="344488" indent="-333375">
              <a:lnSpc>
                <a:spcPct val="100000"/>
              </a:lnSpc>
              <a:tabLst/>
              <a:defRPr baseline="0"/>
            </a:lvl2pPr>
            <a:lvl3pPr marL="344488" indent="-333375">
              <a:lnSpc>
                <a:spcPct val="100000"/>
              </a:lnSpc>
              <a:tabLst/>
              <a:defRPr baseline="0"/>
            </a:lvl3pPr>
            <a:lvl4pPr marL="344488" indent="-333375">
              <a:lnSpc>
                <a:spcPct val="100000"/>
              </a:lnSpc>
              <a:tabLst/>
              <a:defRPr baseline="0"/>
            </a:lvl4pPr>
            <a:lvl5pPr marL="344488" indent="-333375">
              <a:lnSpc>
                <a:spcPct val="100000"/>
              </a:lnSpc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53941E6-3123-0A7A-ABB9-20CA003B2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28">
            <a:extLst>
              <a:ext uri="{FF2B5EF4-FFF2-40B4-BE49-F238E27FC236}">
                <a16:creationId xmlns:a16="http://schemas.microsoft.com/office/drawing/2014/main" id="{319F13A8-DE23-3EC9-96D3-B454C6FC7976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AB13AA4-065A-98F0-BC31-B453824D324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315200" y="2356337"/>
            <a:ext cx="4372708" cy="3492919"/>
          </a:xfrm>
        </p:spPr>
        <p:txBody>
          <a:bodyPr anchor="t"/>
          <a:lstStyle>
            <a:lvl1pPr>
              <a:lnSpc>
                <a:spcPct val="100000"/>
              </a:lnSpc>
              <a:defRPr baseline="0"/>
            </a:lvl1pPr>
            <a:lvl2pPr marL="344488" indent="-333375">
              <a:lnSpc>
                <a:spcPct val="100000"/>
              </a:lnSpc>
              <a:tabLst/>
              <a:defRPr baseline="0"/>
            </a:lvl2pPr>
            <a:lvl3pPr marL="344488" indent="-333375">
              <a:lnSpc>
                <a:spcPct val="100000"/>
              </a:lnSpc>
              <a:tabLst/>
              <a:defRPr baseline="0"/>
            </a:lvl3pPr>
            <a:lvl4pPr marL="344488" indent="-333375">
              <a:lnSpc>
                <a:spcPct val="100000"/>
              </a:lnSpc>
              <a:tabLst/>
              <a:defRPr baseline="0"/>
            </a:lvl4pPr>
            <a:lvl5pPr marL="344488" indent="-333375">
              <a:lnSpc>
                <a:spcPct val="100000"/>
              </a:lnSpc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Date Placeholder 2">
            <a:extLst>
              <a:ext uri="{FF2B5EF4-FFF2-40B4-BE49-F238E27FC236}">
                <a16:creationId xmlns:a16="http://schemas.microsoft.com/office/drawing/2014/main" id="{C0B0B418-6422-F0B1-0B1F-B77BA1ED7B2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46B332B6-152F-D697-F845-12A3F80DF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293FCB4-4134-0023-12A4-7108194C89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25" name="Footer Placeholder 3">
            <a:extLst>
              <a:ext uri="{FF2B5EF4-FFF2-40B4-BE49-F238E27FC236}">
                <a16:creationId xmlns:a16="http://schemas.microsoft.com/office/drawing/2014/main" id="{0085C710-457F-6D21-70FB-808373AAB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A7C3E8-A427-3D61-E63F-FAF38B0A916A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CCCD27F3-48F4-865B-5DBE-5A4C14E5AF0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A738229-036D-2C88-61DA-D5C0EFA5882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01D3F74-8AFE-83CC-4E78-10A3A67ACC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047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1B96A5C-97E9-3FF1-2B68-77415571B4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20974" y="5219700"/>
            <a:ext cx="9039225" cy="495300"/>
          </a:xfrm>
        </p:spPr>
        <p:txBody>
          <a:bodyPr anchor="ctr">
            <a:normAutofit/>
          </a:bodyPr>
          <a:lstStyle>
            <a:lvl1pPr>
              <a:defRPr sz="1500" b="0" i="1" baseline="0">
                <a:latin typeface="Houschka Alt Pro Medium" panose="02000603000000020003" pitchFamily="2" charset="77"/>
              </a:defRPr>
            </a:lvl1pPr>
            <a:lvl2pPr>
              <a:defRPr sz="1500" b="0" i="1" baseline="0"/>
            </a:lvl2pPr>
            <a:lvl3pPr>
              <a:defRPr sz="1500" b="0" i="1" baseline="0"/>
            </a:lvl3pPr>
            <a:lvl4pPr>
              <a:defRPr sz="1500" b="0" i="1" baseline="0"/>
            </a:lvl4pPr>
            <a:lvl5pPr>
              <a:defRPr sz="1500" b="0" i="1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Caption Italic Text Caption Italic Text Caption Italic Text Caption Italic Text Caption Italic Text Caption Italic Text Caption Italic Text Caption Italic Text Caption Italic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5B9002-CE03-78B8-B446-91717A94A00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30023" y="1509487"/>
            <a:ext cx="9017477" cy="3468913"/>
          </a:xfrm>
        </p:spPr>
        <p:txBody>
          <a:bodyPr anchor="ctr"/>
          <a:lstStyle>
            <a:lvl1pPr>
              <a:lnSpc>
                <a:spcPct val="100000"/>
              </a:lnSpc>
              <a:defRPr baseline="0"/>
            </a:lvl1pPr>
            <a:lvl2pPr marL="344488" indent="-333375">
              <a:lnSpc>
                <a:spcPct val="100000"/>
              </a:lnSpc>
              <a:tabLst/>
              <a:defRPr baseline="0"/>
            </a:lvl2pPr>
            <a:lvl3pPr marL="344488" indent="-333375">
              <a:lnSpc>
                <a:spcPct val="100000"/>
              </a:lnSpc>
              <a:tabLst/>
              <a:defRPr baseline="0"/>
            </a:lvl3pPr>
            <a:lvl4pPr marL="344488" indent="-333375">
              <a:lnSpc>
                <a:spcPct val="100000"/>
              </a:lnSpc>
              <a:tabLst/>
              <a:defRPr baseline="0"/>
            </a:lvl4pPr>
            <a:lvl5pPr marL="344488" indent="-333375">
              <a:lnSpc>
                <a:spcPct val="100000"/>
              </a:lnSpc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9C75014-9D67-19E4-EB13-8FD8491CC2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28">
            <a:extLst>
              <a:ext uri="{FF2B5EF4-FFF2-40B4-BE49-F238E27FC236}">
                <a16:creationId xmlns:a16="http://schemas.microsoft.com/office/drawing/2014/main" id="{B41E5A64-37A8-5422-E528-3C0736331EEF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B6271433-BB39-2DCA-4F5E-46A446DF5F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0BBA175-1CDA-517D-8973-B5078E1ED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4231691-1860-3B0F-BF2A-A6C01470C6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78D8C6A9-44BA-8E05-F3C5-9D6A3B3C2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F677977-701D-DBFA-13A4-AE1BCC6CF19B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330A79D-DFC0-464A-541A-0892FCEF4B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1F2554F-BF21-BED5-6968-01CE5ECEB9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CC3B362-FD7F-05D4-B565-F0026686E1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8358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9AE40F-B702-27EE-8023-EC5B1739209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2210885" y="1651000"/>
            <a:ext cx="3453315" cy="3937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48CFC-2593-E4FB-2332-6A8C0A6F46D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45200" y="3934783"/>
            <a:ext cx="5626099" cy="163787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 i="1" baseline="0">
                <a:solidFill>
                  <a:schemeClr val="tx1"/>
                </a:solidFill>
                <a:latin typeface="Houschka Alt Pro Medium" panose="02000603000000020003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Caption Caption Caption, Caption, Caption Caption Caption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CA45045-9AC7-8062-2B45-1A886DF6E9AD}"/>
              </a:ext>
            </a:extLst>
          </p:cNvPr>
          <p:cNvCxnSpPr>
            <a:cxnSpLocks/>
          </p:cNvCxnSpPr>
          <p:nvPr userDrawn="1"/>
        </p:nvCxnSpPr>
        <p:spPr>
          <a:xfrm>
            <a:off x="6045200" y="3682111"/>
            <a:ext cx="5626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9474C72-442D-EBAF-3061-7363D5C479BC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45200" y="1638300"/>
            <a:ext cx="5664199" cy="1711857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Name Name Name Name Name, Ph.D.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6FF563B-2545-AA01-5D53-635C4B24E6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Picture 28">
            <a:extLst>
              <a:ext uri="{FF2B5EF4-FFF2-40B4-BE49-F238E27FC236}">
                <a16:creationId xmlns:a16="http://schemas.microsoft.com/office/drawing/2014/main" id="{2ED4150A-B408-7BE6-811B-01352A06D447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Date Placeholder 2">
            <a:extLst>
              <a:ext uri="{FF2B5EF4-FFF2-40B4-BE49-F238E27FC236}">
                <a16:creationId xmlns:a16="http://schemas.microsoft.com/office/drawing/2014/main" id="{1F5DAF39-31DD-15B8-1333-E234F82A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9662A578-D017-DF79-79CC-BA7BE4459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B605CDA-E022-7193-0DB2-47491E64C9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8A2D3680-104B-9698-27C9-D61BA2F46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A370606-0295-A09E-00BF-787BE1D3037E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1E0D51B-4A25-F66D-6C6F-E1ADF56DD9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122FB6E4-E42C-A605-809A-A77ADC5D95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7205E2A5-CB20-C7AD-B6B1-A027D42D8D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2857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9AE40F-B702-27EE-8023-EC5B17392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1563" y="1583890"/>
            <a:ext cx="8729949" cy="3927471"/>
          </a:xfrm>
          <a:prstGeom prst="chevron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48CFC-2593-E4FB-2332-6A8C0A6F46D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563100" y="2025708"/>
            <a:ext cx="2222500" cy="3041591"/>
          </a:xfrm>
        </p:spPr>
        <p:txBody>
          <a:bodyPr anchor="ctr">
            <a:normAutofit/>
          </a:bodyPr>
          <a:lstStyle>
            <a:lvl1pPr marL="0" indent="0" algn="r">
              <a:buNone/>
              <a:defRPr sz="1500" b="0" i="1" baseline="0">
                <a:solidFill>
                  <a:schemeClr val="tx1"/>
                </a:solidFill>
                <a:latin typeface="Houschka Alt Pro Medium" panose="02000603000000020003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Caption Caption Caption, Caption, Caption Caption </a:t>
            </a:r>
            <a:br>
              <a:rPr lang="en-US" dirty="0"/>
            </a:br>
            <a:r>
              <a:rPr lang="en-US" dirty="0"/>
              <a:t>Caption Caption </a:t>
            </a:r>
            <a:br>
              <a:rPr lang="en-US" dirty="0"/>
            </a:br>
            <a:r>
              <a:rPr lang="en-US" dirty="0"/>
              <a:t>Caption Caption, Caption, Caption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46B2492-DC4B-1A79-056C-1EA75AEEBB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F4834465-37D7-0E5B-DF0A-5562F3D1A2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D0B11305-4482-4C16-24AE-78F420E97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15CF54-D535-2815-4B12-E1549C3200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15" name="Picture 28">
            <a:extLst>
              <a:ext uri="{FF2B5EF4-FFF2-40B4-BE49-F238E27FC236}">
                <a16:creationId xmlns:a16="http://schemas.microsoft.com/office/drawing/2014/main" id="{6D6BBB5F-65A1-23A5-5980-06ED1E139CF3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FAB3E979-2521-E306-EDFB-90D6676C7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DCCEEB8-E1E0-D49B-AA94-09AB70C83002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89C5002-F5BD-88A9-240C-64D4337DB9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AC38586-4A33-44A2-8DC0-524E50ACDE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4962F2D-EBAB-DA2D-D08E-37856A38A4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4254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9AE40F-B702-27EE-8023-EC5B17392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4649" y="1583890"/>
            <a:ext cx="7737663" cy="3927471"/>
          </a:xfrm>
          <a:prstGeom prst="homePlat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48CFC-2593-E4FB-2332-6A8C0A6F46D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73923" y="1583891"/>
            <a:ext cx="2015416" cy="3936199"/>
          </a:xfrm>
        </p:spPr>
        <p:txBody>
          <a:bodyPr>
            <a:no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Text Text Text 24 Text Text Text 24</a:t>
            </a:r>
            <a:br>
              <a:rPr lang="en-US" dirty="0"/>
            </a:br>
            <a:r>
              <a:rPr lang="en-US" dirty="0"/>
              <a:t>Text Text Text 24 Text Text Text 24</a:t>
            </a:r>
            <a:br>
              <a:rPr lang="en-US" dirty="0"/>
            </a:br>
            <a:r>
              <a:rPr lang="en-US" dirty="0"/>
              <a:t>Text Text Text 24 Text Text Text 24</a:t>
            </a:r>
            <a:br>
              <a:rPr lang="en-US" dirty="0"/>
            </a:br>
            <a:r>
              <a:rPr lang="en-US" dirty="0"/>
              <a:t>Text Text Text 24 Text Text Text 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Text Text Text 24 Text Text Text 24</a:t>
            </a:r>
            <a:br>
              <a:rPr lang="en-US" dirty="0"/>
            </a:br>
            <a:r>
              <a:rPr lang="en-US" dirty="0"/>
              <a:t>Text Text Text 24 Text Text Text 24</a:t>
            </a:r>
            <a:br>
              <a:rPr lang="en-US" dirty="0"/>
            </a:br>
            <a:r>
              <a:rPr lang="en-US" dirty="0"/>
              <a:t>Text Text Text</a:t>
            </a:r>
          </a:p>
        </p:txBody>
      </p:sp>
      <p:sp>
        <p:nvSpPr>
          <p:cNvPr id="44" name="Picture 28">
            <a:extLst>
              <a:ext uri="{FF2B5EF4-FFF2-40B4-BE49-F238E27FC236}">
                <a16:creationId xmlns:a16="http://schemas.microsoft.com/office/drawing/2014/main" id="{0E16AD27-3DDB-D2B1-AA28-B89276689E72}"/>
              </a:ext>
            </a:extLst>
          </p:cNvPr>
          <p:cNvSpPr/>
          <p:nvPr userDrawn="1"/>
        </p:nvSpPr>
        <p:spPr>
          <a:xfrm>
            <a:off x="8955173" y="1575162"/>
            <a:ext cx="3105611" cy="3936200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73C1548-FCEF-CBD3-6DFB-CA632C9A42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A1FD157C-AAA7-3DFB-1036-2F53C98C14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09F44398-9496-6C29-2B8B-08603B856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E8BF9CC-C98F-2431-A3C4-C1CD46781A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AAFFFE79-721C-ACB1-4045-F25938836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2AA4B93-E70E-06A4-50BF-88F6FFA40D73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719657B-256C-5C87-96DD-F456A0770B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8D92C6C-645E-B3B0-54DA-30E66CE8E3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EF1EF81-75CB-FE39-D6BC-28DDFBA27A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527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9AE40F-B702-27EE-8023-EC5B17392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7327" y="1498600"/>
            <a:ext cx="8693673" cy="4191000"/>
          </a:xfrm>
          <a:custGeom>
            <a:avLst/>
            <a:gdLst>
              <a:gd name="connsiteX0" fmla="*/ 0 w 7737663"/>
              <a:gd name="connsiteY0" fmla="*/ 0 h 3927471"/>
              <a:gd name="connsiteX1" fmla="*/ 5773928 w 7737663"/>
              <a:gd name="connsiteY1" fmla="*/ 0 h 3927471"/>
              <a:gd name="connsiteX2" fmla="*/ 7737663 w 7737663"/>
              <a:gd name="connsiteY2" fmla="*/ 1963736 h 3927471"/>
              <a:gd name="connsiteX3" fmla="*/ 5773928 w 7737663"/>
              <a:gd name="connsiteY3" fmla="*/ 3927471 h 3927471"/>
              <a:gd name="connsiteX4" fmla="*/ 0 w 7737663"/>
              <a:gd name="connsiteY4" fmla="*/ 3927471 h 3927471"/>
              <a:gd name="connsiteX5" fmla="*/ 1963736 w 7737663"/>
              <a:gd name="connsiteY5" fmla="*/ 1963736 h 3927471"/>
              <a:gd name="connsiteX6" fmla="*/ 0 w 7737663"/>
              <a:gd name="connsiteY6" fmla="*/ 0 h 3927471"/>
              <a:gd name="connsiteX0" fmla="*/ 0 w 7743923"/>
              <a:gd name="connsiteY0" fmla="*/ 0 h 3927471"/>
              <a:gd name="connsiteX1" fmla="*/ 7743923 w 7743923"/>
              <a:gd name="connsiteY1" fmla="*/ 0 h 3927471"/>
              <a:gd name="connsiteX2" fmla="*/ 7737663 w 7743923"/>
              <a:gd name="connsiteY2" fmla="*/ 1963736 h 3927471"/>
              <a:gd name="connsiteX3" fmla="*/ 5773928 w 7743923"/>
              <a:gd name="connsiteY3" fmla="*/ 3927471 h 3927471"/>
              <a:gd name="connsiteX4" fmla="*/ 0 w 7743923"/>
              <a:gd name="connsiteY4" fmla="*/ 3927471 h 3927471"/>
              <a:gd name="connsiteX5" fmla="*/ 1963736 w 7743923"/>
              <a:gd name="connsiteY5" fmla="*/ 1963736 h 3927471"/>
              <a:gd name="connsiteX6" fmla="*/ 0 w 7743923"/>
              <a:gd name="connsiteY6" fmla="*/ 0 h 3927471"/>
              <a:gd name="connsiteX0" fmla="*/ 0 w 7743923"/>
              <a:gd name="connsiteY0" fmla="*/ 0 h 3934195"/>
              <a:gd name="connsiteX1" fmla="*/ 7743923 w 7743923"/>
              <a:gd name="connsiteY1" fmla="*/ 0 h 3934195"/>
              <a:gd name="connsiteX2" fmla="*/ 7737663 w 7743923"/>
              <a:gd name="connsiteY2" fmla="*/ 1963736 h 3934195"/>
              <a:gd name="connsiteX3" fmla="*/ 7737199 w 7743923"/>
              <a:gd name="connsiteY3" fmla="*/ 3934195 h 3934195"/>
              <a:gd name="connsiteX4" fmla="*/ 0 w 7743923"/>
              <a:gd name="connsiteY4" fmla="*/ 3927471 h 3934195"/>
              <a:gd name="connsiteX5" fmla="*/ 1963736 w 7743923"/>
              <a:gd name="connsiteY5" fmla="*/ 1963736 h 3934195"/>
              <a:gd name="connsiteX6" fmla="*/ 0 w 7743923"/>
              <a:gd name="connsiteY6" fmla="*/ 0 h 3934195"/>
              <a:gd name="connsiteX0" fmla="*/ 0 w 8886923"/>
              <a:gd name="connsiteY0" fmla="*/ 0 h 3934195"/>
              <a:gd name="connsiteX1" fmla="*/ 8886923 w 8886923"/>
              <a:gd name="connsiteY1" fmla="*/ 0 h 3934195"/>
              <a:gd name="connsiteX2" fmla="*/ 7737663 w 8886923"/>
              <a:gd name="connsiteY2" fmla="*/ 1963736 h 3934195"/>
              <a:gd name="connsiteX3" fmla="*/ 7737199 w 8886923"/>
              <a:gd name="connsiteY3" fmla="*/ 3934195 h 3934195"/>
              <a:gd name="connsiteX4" fmla="*/ 0 w 8886923"/>
              <a:gd name="connsiteY4" fmla="*/ 3927471 h 3934195"/>
              <a:gd name="connsiteX5" fmla="*/ 1963736 w 8886923"/>
              <a:gd name="connsiteY5" fmla="*/ 1963736 h 3934195"/>
              <a:gd name="connsiteX6" fmla="*/ 0 w 8886923"/>
              <a:gd name="connsiteY6" fmla="*/ 0 h 3934195"/>
              <a:gd name="connsiteX0" fmla="*/ 0 w 8886923"/>
              <a:gd name="connsiteY0" fmla="*/ 0 h 3934195"/>
              <a:gd name="connsiteX1" fmla="*/ 8886923 w 8886923"/>
              <a:gd name="connsiteY1" fmla="*/ 0 h 3934195"/>
              <a:gd name="connsiteX2" fmla="*/ 8880663 w 8886923"/>
              <a:gd name="connsiteY2" fmla="*/ 1963736 h 3934195"/>
              <a:gd name="connsiteX3" fmla="*/ 7737199 w 8886923"/>
              <a:gd name="connsiteY3" fmla="*/ 3934195 h 3934195"/>
              <a:gd name="connsiteX4" fmla="*/ 0 w 8886923"/>
              <a:gd name="connsiteY4" fmla="*/ 3927471 h 3934195"/>
              <a:gd name="connsiteX5" fmla="*/ 1963736 w 8886923"/>
              <a:gd name="connsiteY5" fmla="*/ 1963736 h 3934195"/>
              <a:gd name="connsiteX6" fmla="*/ 0 w 8886923"/>
              <a:gd name="connsiteY6" fmla="*/ 0 h 3934195"/>
              <a:gd name="connsiteX0" fmla="*/ 0 w 8886923"/>
              <a:gd name="connsiteY0" fmla="*/ 0 h 3959595"/>
              <a:gd name="connsiteX1" fmla="*/ 8886923 w 8886923"/>
              <a:gd name="connsiteY1" fmla="*/ 0 h 3959595"/>
              <a:gd name="connsiteX2" fmla="*/ 8880663 w 8886923"/>
              <a:gd name="connsiteY2" fmla="*/ 1963736 h 3959595"/>
              <a:gd name="connsiteX3" fmla="*/ 8854799 w 8886923"/>
              <a:gd name="connsiteY3" fmla="*/ 3959595 h 3959595"/>
              <a:gd name="connsiteX4" fmla="*/ 0 w 8886923"/>
              <a:gd name="connsiteY4" fmla="*/ 3927471 h 3959595"/>
              <a:gd name="connsiteX5" fmla="*/ 1963736 w 8886923"/>
              <a:gd name="connsiteY5" fmla="*/ 1963736 h 3959595"/>
              <a:gd name="connsiteX6" fmla="*/ 0 w 8886923"/>
              <a:gd name="connsiteY6" fmla="*/ 0 h 3959595"/>
              <a:gd name="connsiteX0" fmla="*/ 0 w 8905599"/>
              <a:gd name="connsiteY0" fmla="*/ 0 h 3934195"/>
              <a:gd name="connsiteX1" fmla="*/ 8886923 w 8905599"/>
              <a:gd name="connsiteY1" fmla="*/ 0 h 3934195"/>
              <a:gd name="connsiteX2" fmla="*/ 8880663 w 8905599"/>
              <a:gd name="connsiteY2" fmla="*/ 1963736 h 3934195"/>
              <a:gd name="connsiteX3" fmla="*/ 8905599 w 8905599"/>
              <a:gd name="connsiteY3" fmla="*/ 3934195 h 3934195"/>
              <a:gd name="connsiteX4" fmla="*/ 0 w 8905599"/>
              <a:gd name="connsiteY4" fmla="*/ 3927471 h 3934195"/>
              <a:gd name="connsiteX5" fmla="*/ 1963736 w 8905599"/>
              <a:gd name="connsiteY5" fmla="*/ 1963736 h 3934195"/>
              <a:gd name="connsiteX6" fmla="*/ 0 w 8905599"/>
              <a:gd name="connsiteY6" fmla="*/ 0 h 3934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05599" h="3934195">
                <a:moveTo>
                  <a:pt x="0" y="0"/>
                </a:moveTo>
                <a:lnTo>
                  <a:pt x="8886923" y="0"/>
                </a:lnTo>
                <a:cubicBezTo>
                  <a:pt x="8884836" y="654579"/>
                  <a:pt x="8882750" y="1309157"/>
                  <a:pt x="8880663" y="1963736"/>
                </a:cubicBezTo>
                <a:cubicBezTo>
                  <a:pt x="8880508" y="2620556"/>
                  <a:pt x="8905754" y="3277375"/>
                  <a:pt x="8905599" y="3934195"/>
                </a:cubicBezTo>
                <a:lnTo>
                  <a:pt x="0" y="3927471"/>
                </a:lnTo>
                <a:lnTo>
                  <a:pt x="1963736" y="1963736"/>
                </a:lnTo>
                <a:lnTo>
                  <a:pt x="0" y="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48CFC-2593-E4FB-2332-6A8C0A6F46D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613568" y="1524001"/>
            <a:ext cx="2015416" cy="4121082"/>
          </a:xfrm>
        </p:spPr>
        <p:txBody>
          <a:bodyPr anchor="ctr">
            <a:no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Text Text Text 24 Text Text Text 24</a:t>
            </a:r>
            <a:br>
              <a:rPr lang="en-US" dirty="0"/>
            </a:br>
            <a:r>
              <a:rPr lang="en-US" dirty="0"/>
              <a:t>Text Text Text 24 Text Text Text 24</a:t>
            </a:r>
            <a:br>
              <a:rPr lang="en-US" dirty="0"/>
            </a:br>
            <a:r>
              <a:rPr lang="en-US" dirty="0"/>
              <a:t>Text Text Text 24 Text Text Text 24</a:t>
            </a:r>
            <a:br>
              <a:rPr lang="en-US" dirty="0"/>
            </a:br>
            <a:r>
              <a:rPr lang="en-US" dirty="0"/>
              <a:t>Text Text Text 24 Text Text Text 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Text Text Text 24 Text Text Text 24</a:t>
            </a:r>
            <a:br>
              <a:rPr lang="en-US" dirty="0"/>
            </a:br>
            <a:r>
              <a:rPr lang="en-US" dirty="0"/>
              <a:t>Text Text Text 24 Text Text Text 24</a:t>
            </a:r>
            <a:br>
              <a:rPr lang="en-US" dirty="0"/>
            </a:br>
            <a:r>
              <a:rPr lang="en-US" dirty="0"/>
              <a:t>Text Text Text 24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7ACCF8-0899-1F3F-864B-45E0C4DE34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C598F9D0-777A-3644-F96E-7A4A7E4109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2FEA43C4-1A44-9D66-09D1-AD0F9DD6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5D482E0-A972-604B-7210-1853E1C2EF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15" name="Picture 28">
            <a:extLst>
              <a:ext uri="{FF2B5EF4-FFF2-40B4-BE49-F238E27FC236}">
                <a16:creationId xmlns:a16="http://schemas.microsoft.com/office/drawing/2014/main" id="{92F8A4BF-4277-50EA-98B7-4284C536D79D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2F814CE5-E861-3C4F-1448-A831EED3C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A18ED75-1F0A-7A7D-F67F-03550F074FB8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3218B89-61EC-6000-F5EB-AAA2B0E409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88F6023-614F-DBD0-832F-B258009AF8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49B1664-CE16-B055-8527-098785F1D4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70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28">
            <a:extLst>
              <a:ext uri="{FF2B5EF4-FFF2-40B4-BE49-F238E27FC236}">
                <a16:creationId xmlns:a16="http://schemas.microsoft.com/office/drawing/2014/main" id="{C06926A9-2D04-6681-EF7E-9DB2DB0652FE}"/>
              </a:ext>
            </a:extLst>
          </p:cNvPr>
          <p:cNvSpPr/>
          <p:nvPr userDrawn="1"/>
        </p:nvSpPr>
        <p:spPr>
          <a:xfrm>
            <a:off x="1581149" y="1575162"/>
            <a:ext cx="835522" cy="1058980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4" name="Picture 28">
            <a:extLst>
              <a:ext uri="{FF2B5EF4-FFF2-40B4-BE49-F238E27FC236}">
                <a16:creationId xmlns:a16="http://schemas.microsoft.com/office/drawing/2014/main" id="{0E16AD27-3DDB-D2B1-AA28-B89276689E72}"/>
              </a:ext>
            </a:extLst>
          </p:cNvPr>
          <p:cNvSpPr/>
          <p:nvPr userDrawn="1"/>
        </p:nvSpPr>
        <p:spPr>
          <a:xfrm>
            <a:off x="2549552" y="4545136"/>
            <a:ext cx="835522" cy="1058980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53CE268-76F3-0675-7CEE-D59FABFF7BAE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2588858" y="1583891"/>
            <a:ext cx="2580042" cy="296123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1800" b="1" baseline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Quote Text Quote Quote Text Quote Text Quote Quote Text Quote Quote Text Quote Text Quote Text Quote Quote Text Quote Text 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D578449-3B15-0342-104C-499F045BFB12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3554058" y="4553594"/>
            <a:ext cx="2015416" cy="1058981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1200" baseline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Name Name</a:t>
            </a:r>
            <a:br>
              <a:rPr lang="en-US" dirty="0"/>
            </a:br>
            <a:r>
              <a:rPr lang="en-US" dirty="0"/>
              <a:t>Name Name</a:t>
            </a:r>
            <a:br>
              <a:rPr lang="en-US" dirty="0"/>
            </a:br>
            <a:r>
              <a:rPr lang="en-US" dirty="0"/>
              <a:t>Credentials, </a:t>
            </a:r>
            <a:br>
              <a:rPr lang="en-US" dirty="0"/>
            </a:br>
            <a:r>
              <a:rPr lang="en-US" dirty="0"/>
              <a:t>Credentials, </a:t>
            </a:r>
            <a:br>
              <a:rPr lang="en-US" dirty="0"/>
            </a:br>
            <a:r>
              <a:rPr lang="en-US" dirty="0"/>
              <a:t>Credentials, </a:t>
            </a:r>
            <a:br>
              <a:rPr lang="en-US" dirty="0"/>
            </a:br>
            <a:r>
              <a:rPr lang="en-US" dirty="0"/>
              <a:t>Credentials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EAFA87-A61F-0424-11FC-EB554D9C857A}"/>
              </a:ext>
            </a:extLst>
          </p:cNvPr>
          <p:cNvSpPr txBox="1"/>
          <p:nvPr userDrawn="1"/>
        </p:nvSpPr>
        <p:spPr>
          <a:xfrm>
            <a:off x="4740595" y="3892492"/>
            <a:ext cx="0" cy="0"/>
          </a:xfrm>
          <a:prstGeom prst="rect">
            <a:avLst/>
          </a:prstGeom>
        </p:spPr>
        <p:txBody>
          <a:bodyPr vert="horz" wrap="none" lIns="0" tIns="0" rIns="0" bIns="0" numCol="1" rtlCol="0">
            <a:noAutofit/>
          </a:bodyPr>
          <a:lstStyle/>
          <a:p>
            <a:pPr algn="l">
              <a:lnSpc>
                <a:spcPts val="3000"/>
              </a:lnSpc>
              <a:spcAft>
                <a:spcPts val="500"/>
              </a:spcAft>
            </a:pPr>
            <a:endParaRPr lang="en-US" sz="2400" spc="50" dirty="0"/>
          </a:p>
        </p:txBody>
      </p:sp>
      <p:sp>
        <p:nvSpPr>
          <p:cNvPr id="13" name="Picture 28">
            <a:extLst>
              <a:ext uri="{FF2B5EF4-FFF2-40B4-BE49-F238E27FC236}">
                <a16:creationId xmlns:a16="http://schemas.microsoft.com/office/drawing/2014/main" id="{C1C58CC7-5F8B-6E09-ADED-CB5CAE4ED2B0}"/>
              </a:ext>
            </a:extLst>
          </p:cNvPr>
          <p:cNvSpPr/>
          <p:nvPr userDrawn="1"/>
        </p:nvSpPr>
        <p:spPr>
          <a:xfrm>
            <a:off x="5161781" y="1575162"/>
            <a:ext cx="835522" cy="1058980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6"/>
              </a:solidFill>
            </a:endParaRPr>
          </a:p>
        </p:txBody>
      </p:sp>
      <p:sp>
        <p:nvSpPr>
          <p:cNvPr id="14" name="Picture 28">
            <a:extLst>
              <a:ext uri="{FF2B5EF4-FFF2-40B4-BE49-F238E27FC236}">
                <a16:creationId xmlns:a16="http://schemas.microsoft.com/office/drawing/2014/main" id="{2F0744F8-CD56-2E6D-ADB6-A41C7B57D87E}"/>
              </a:ext>
            </a:extLst>
          </p:cNvPr>
          <p:cNvSpPr/>
          <p:nvPr userDrawn="1"/>
        </p:nvSpPr>
        <p:spPr>
          <a:xfrm>
            <a:off x="6130184" y="4545136"/>
            <a:ext cx="835522" cy="1058980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9E6E3BE-E55D-CEBA-1858-141977EFD071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6169490" y="1583891"/>
            <a:ext cx="2326810" cy="296123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1800" b="1" baseline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Quote Text Quote Quote Text Quote Text Quote Quote Text Quote Quote Text Quote Text Quote Text Quote Quote Text Quote Text 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8F87A6E-55D7-2F17-29A1-CDB31F778A76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7134690" y="4553594"/>
            <a:ext cx="2015416" cy="1058981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1200" baseline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Name Name</a:t>
            </a:r>
            <a:br>
              <a:rPr lang="en-US" dirty="0"/>
            </a:br>
            <a:r>
              <a:rPr lang="en-US" dirty="0"/>
              <a:t>Name Name</a:t>
            </a:r>
            <a:br>
              <a:rPr lang="en-US" dirty="0"/>
            </a:br>
            <a:r>
              <a:rPr lang="en-US" dirty="0"/>
              <a:t>Credentials, </a:t>
            </a:r>
            <a:br>
              <a:rPr lang="en-US" dirty="0"/>
            </a:br>
            <a:r>
              <a:rPr lang="en-US" dirty="0"/>
              <a:t>Credentials, </a:t>
            </a:r>
            <a:br>
              <a:rPr lang="en-US" dirty="0"/>
            </a:br>
            <a:r>
              <a:rPr lang="en-US" dirty="0"/>
              <a:t>Credentials, </a:t>
            </a:r>
            <a:br>
              <a:rPr lang="en-US" dirty="0"/>
            </a:br>
            <a:r>
              <a:rPr lang="en-US" dirty="0"/>
              <a:t>Credentials</a:t>
            </a:r>
          </a:p>
        </p:txBody>
      </p:sp>
      <p:sp>
        <p:nvSpPr>
          <p:cNvPr id="17" name="Picture 28">
            <a:extLst>
              <a:ext uri="{FF2B5EF4-FFF2-40B4-BE49-F238E27FC236}">
                <a16:creationId xmlns:a16="http://schemas.microsoft.com/office/drawing/2014/main" id="{58046ED0-A625-5376-86B8-119FB2D94693}"/>
              </a:ext>
            </a:extLst>
          </p:cNvPr>
          <p:cNvSpPr/>
          <p:nvPr userDrawn="1"/>
        </p:nvSpPr>
        <p:spPr>
          <a:xfrm>
            <a:off x="8479812" y="1575162"/>
            <a:ext cx="835522" cy="1058980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Picture 28">
            <a:extLst>
              <a:ext uri="{FF2B5EF4-FFF2-40B4-BE49-F238E27FC236}">
                <a16:creationId xmlns:a16="http://schemas.microsoft.com/office/drawing/2014/main" id="{6BF3FC08-10B4-F37C-A381-A83DCDD9DC0D}"/>
              </a:ext>
            </a:extLst>
          </p:cNvPr>
          <p:cNvSpPr/>
          <p:nvPr userDrawn="1"/>
        </p:nvSpPr>
        <p:spPr>
          <a:xfrm>
            <a:off x="9448215" y="4545136"/>
            <a:ext cx="835522" cy="1058980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4F60679-3723-4AB2-5E4E-2C352F210C6F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9487520" y="1583891"/>
            <a:ext cx="2209179" cy="296123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1800" b="1" baseline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Quote Text Quote Quote Text Quote Text Quote Quote Text Quote Quote Text Quote Text Quote Text Quote Quote Text Quote Text 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E559BEF-EE7A-44B2-5B82-F7B7DA71B816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10452721" y="4553594"/>
            <a:ext cx="1256679" cy="1058981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1200" baseline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Name Name</a:t>
            </a:r>
            <a:br>
              <a:rPr lang="en-US" dirty="0"/>
            </a:br>
            <a:r>
              <a:rPr lang="en-US" dirty="0"/>
              <a:t>Name Name</a:t>
            </a:r>
            <a:br>
              <a:rPr lang="en-US" dirty="0"/>
            </a:br>
            <a:r>
              <a:rPr lang="en-US" dirty="0"/>
              <a:t>Credentials, </a:t>
            </a:r>
            <a:br>
              <a:rPr lang="en-US" dirty="0"/>
            </a:br>
            <a:r>
              <a:rPr lang="en-US" dirty="0"/>
              <a:t>Credentials, </a:t>
            </a:r>
            <a:br>
              <a:rPr lang="en-US" dirty="0"/>
            </a:br>
            <a:r>
              <a:rPr lang="en-US" dirty="0"/>
              <a:t>Credentials, </a:t>
            </a:r>
            <a:br>
              <a:rPr lang="en-US" dirty="0"/>
            </a:br>
            <a:r>
              <a:rPr lang="en-US" dirty="0"/>
              <a:t>Credentials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46346BE-520D-66D6-E259-DD44FC2C8C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Quotations</a:t>
            </a:r>
          </a:p>
        </p:txBody>
      </p:sp>
      <p:sp>
        <p:nvSpPr>
          <p:cNvPr id="22" name="Date Placeholder 2">
            <a:extLst>
              <a:ext uri="{FF2B5EF4-FFF2-40B4-BE49-F238E27FC236}">
                <a16:creationId xmlns:a16="http://schemas.microsoft.com/office/drawing/2014/main" id="{9C86CA3E-05CD-127A-8830-9DC7CCC517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BAE90587-0F20-3CFD-BFF9-594F11B8C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17C7506-F0D3-A084-E348-F73596AA51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25" name="Picture 28">
            <a:extLst>
              <a:ext uri="{FF2B5EF4-FFF2-40B4-BE49-F238E27FC236}">
                <a16:creationId xmlns:a16="http://schemas.microsoft.com/office/drawing/2014/main" id="{C73FD87A-51EB-3D01-4393-F720B0F0C36C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4D4FA553-CE4F-C3FB-859C-A683ED63B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DF7712F-425D-5FAA-84B3-7B16C8C86245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728138C-1E57-A5F7-A2F0-32C4A77491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BE90F1F-95BA-5DEE-D2C0-315B80C3AF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8C83E2B0-B830-A291-4BFC-FB6484AC78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853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0"/>
                            </p:stCondLst>
                            <p:childTnLst>
                              <p:par>
                                <p:cTn id="3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000"/>
                            </p:stCondLst>
                            <p:childTnLst>
                              <p:par>
                                <p:cTn id="4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000"/>
                            </p:stCondLst>
                            <p:childTnLst>
                              <p:par>
                                <p:cTn id="4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500"/>
                            </p:stCondLst>
                            <p:childTnLst>
                              <p:par>
                                <p:cTn id="5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500"/>
                            </p:stCondLst>
                            <p:childTnLst>
                              <p:par>
                                <p:cTn id="5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9000"/>
                            </p:stCondLst>
                            <p:childTnLst>
                              <p:par>
                                <p:cTn id="6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500"/>
                            </p:stCondLst>
                            <p:childTnLst>
                              <p:par>
                                <p:cTn id="7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4" grpId="0" animBg="1"/>
      <p:bldP spid="2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animBg="1"/>
      <p:bldP spid="14" grpId="0" animBg="1"/>
      <p:bldP spid="15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  <p:bldP spid="18" grpId="0" animBg="1"/>
      <p:bldP spid="19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3F52215-56C9-F0D0-BF63-C83E197E74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85999" y="1504813"/>
            <a:ext cx="9398001" cy="4248287"/>
          </a:xfrm>
          <a:prstGeom prst="rect">
            <a:avLst/>
          </a:prstGeom>
        </p:spPr>
        <p:txBody>
          <a:bodyPr vert="horz" wrap="none" lIns="0" tIns="0" rIns="0" bIns="0" numCol="3" spcCol="155448" rtlCol="0" anchor="ctr">
            <a:noAutofit/>
          </a:bodyPr>
          <a:lstStyle>
            <a:lvl1pPr>
              <a:defRPr sz="1700"/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A60ED79-DC85-7E7F-7704-1255CCA125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28">
            <a:extLst>
              <a:ext uri="{FF2B5EF4-FFF2-40B4-BE49-F238E27FC236}">
                <a16:creationId xmlns:a16="http://schemas.microsoft.com/office/drawing/2014/main" id="{C49E95D1-9E5A-C626-8B24-F7C2C31230CA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63C6E540-CD19-49CF-61A3-E1566FF65D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7B091FA9-B61C-CD69-BCB6-6C7CDC3F3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E34E0E-FE08-7395-A877-63811C4BBD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6CB72362-6D21-9B2F-AA45-52660CB3C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98B0865-9815-709F-0FE0-6846AB7715B2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11FB192-7C33-4763-147A-62EBFCEE60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1D8A661-F1FC-DA4B-F20F-80553C26F5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2BA60C7-F954-C740-C2ED-02DAF2472C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8068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3F52215-56C9-F0D0-BF63-C83E197E74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35200" y="1504813"/>
            <a:ext cx="9448800" cy="4273687"/>
          </a:xfrm>
          <a:prstGeom prst="rect">
            <a:avLst/>
          </a:prstGeom>
        </p:spPr>
        <p:txBody>
          <a:bodyPr vert="horz" wrap="none" lIns="0" tIns="0" rIns="0" bIns="0" numCol="4" spcCol="228600" rtlCol="0">
            <a:noAutofit/>
          </a:bodyPr>
          <a:lstStyle>
            <a:lvl1pPr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4 Column Text Box 4CTB 4 Column Text Box 4CTB 4 Column Text Box 4CTB</a:t>
            </a:r>
            <a:br>
              <a:rPr lang="en-US" dirty="0"/>
            </a:br>
            <a:r>
              <a:rPr lang="en-US" dirty="0"/>
              <a:t>4 Column Text Box 4CTB 4 Column Text Box 4CTB 4 Column Text Box 4CTB</a:t>
            </a:r>
            <a:br>
              <a:rPr lang="en-US" dirty="0"/>
            </a:br>
            <a:r>
              <a:rPr lang="en-US" dirty="0"/>
              <a:t>4 Column Text Box 4CTB 4 Column Text Box 4CTB 4 Column Text Box 4CTB</a:t>
            </a:r>
            <a:br>
              <a:rPr lang="en-US" dirty="0"/>
            </a:br>
            <a:r>
              <a:rPr lang="en-US" dirty="0"/>
              <a:t>4 Column Text Box 4CTB 4 Column Text Box 4CTB 4 Column Text Box 4CTB</a:t>
            </a:r>
            <a:br>
              <a:rPr lang="en-US" dirty="0"/>
            </a:br>
            <a:r>
              <a:rPr lang="en-US" dirty="0"/>
              <a:t>4 Column Text Box 4CTB 4 Column Text Box 4CTB 4 Column Text Box 4CTB</a:t>
            </a:r>
            <a:br>
              <a:rPr lang="en-US" dirty="0"/>
            </a:br>
            <a:r>
              <a:rPr lang="en-US" dirty="0"/>
              <a:t>4 Column Text Box 4CTB 4 Column Text Box 4CTB 4 Column Text Box 4CTB</a:t>
            </a:r>
            <a:br>
              <a:rPr lang="en-US" dirty="0"/>
            </a:br>
            <a:r>
              <a:rPr lang="en-US" dirty="0"/>
              <a:t>4 Column Text Box 4CTB 4 Column Text Box 4CTB 4 Column Text Box 4CTB</a:t>
            </a:r>
            <a:br>
              <a:rPr lang="en-US" dirty="0"/>
            </a:br>
            <a:r>
              <a:rPr lang="en-US" dirty="0"/>
              <a:t>4 Column Text Box 4CTB 4 Column Text Box 4CTB 4 Column Text Box 4CTB</a:t>
            </a:r>
            <a:br>
              <a:rPr lang="en-US" dirty="0"/>
            </a:br>
            <a:r>
              <a:rPr lang="en-US" dirty="0"/>
              <a:t>4 Column Text Box 4CTB 4 Column Text Box 4CTB 4 Column Text Box 4CTB</a:t>
            </a:r>
            <a:br>
              <a:rPr lang="en-US" dirty="0"/>
            </a:br>
            <a:r>
              <a:rPr lang="en-US" dirty="0"/>
              <a:t>4 Column Text Box 4CTB 4 Column Text Box 4CTB 4 Column Text Box 4CTB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8624AE-295E-104A-439F-EC3B6D242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28">
            <a:extLst>
              <a:ext uri="{FF2B5EF4-FFF2-40B4-BE49-F238E27FC236}">
                <a16:creationId xmlns:a16="http://schemas.microsoft.com/office/drawing/2014/main" id="{4C7A59C6-77B3-AD4A-EE50-F13F991177EC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0554D684-3C60-A455-2D4B-D1A0C95A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28EE693-FEC5-995A-9451-F3BF7017A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86FE7B-9C7C-385E-DD20-62AE67BD5A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B3E610A5-7D66-A27A-D1FB-055DD2CD8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9C4B02-1B07-41A9-1667-BC5074C1FA34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D959F02-82F8-A640-9F2F-1FC7EC4A49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00CE72C-3DC0-5689-71C4-691EF52ADC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0B64E2A-971A-D9AF-B72D-AEF3B6EECD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377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3F52215-56C9-F0D0-BF63-C83E197E74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22499" y="1504813"/>
            <a:ext cx="9499601" cy="4337187"/>
          </a:xfrm>
          <a:prstGeom prst="rect">
            <a:avLst/>
          </a:prstGeom>
        </p:spPr>
        <p:txBody>
          <a:bodyPr vert="horz" wrap="none" lIns="0" tIns="0" rIns="0" bIns="0" numCol="5" spcCol="228600" rtlCol="0">
            <a:noAutofit/>
          </a:bodyPr>
          <a:lstStyle>
            <a:lvl1pPr>
              <a:defRPr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Box5 Column Text Box 5CTB5 5 Column Text Box 5CTB5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059E45-1DC7-ED0F-9FBB-02554F7660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28">
            <a:extLst>
              <a:ext uri="{FF2B5EF4-FFF2-40B4-BE49-F238E27FC236}">
                <a16:creationId xmlns:a16="http://schemas.microsoft.com/office/drawing/2014/main" id="{00AD3F5B-625C-6E23-4863-48EC80EEB94A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A0D69286-D564-EA8A-1741-BA100E209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B5209745-17EC-7B7E-108D-A4E135744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4E04C1-651E-1B04-D7EF-231B77D7AE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CE134EAE-F38D-F01F-0BAB-646C2BAC8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28A87CE-A376-76F7-59E7-18F5F60F7EA3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5ED0E03-4B35-9CF7-9C10-96B664BC9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8303EBB-0376-1BAC-4147-3E669648B1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047EF53-862E-35AE-A6B3-2ABAB0E46F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731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1BC0860F-8F43-6C56-267C-617176154F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B909993-FA1F-DC0C-C7E9-6A1C6CF58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5ABE6B6D-C330-E338-571E-1E1F5126B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</p:spTree>
    <p:extLst>
      <p:ext uri="{BB962C8B-B14F-4D97-AF65-F5344CB8AC3E}">
        <p14:creationId xmlns:p14="http://schemas.microsoft.com/office/powerpoint/2010/main" val="25801863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 descr="A purple arrow pointing to a black background&#10;&#10;AI-generated content may be incorrect.">
            <a:extLst>
              <a:ext uri="{FF2B5EF4-FFF2-40B4-BE49-F238E27FC236}">
                <a16:creationId xmlns:a16="http://schemas.microsoft.com/office/drawing/2014/main" id="{B7811636-3FD6-FD00-622F-B37F7FF2AB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84198" y="15073"/>
            <a:ext cx="4838207" cy="6826725"/>
          </a:xfrm>
          <a:prstGeom prst="rect">
            <a:avLst/>
          </a:prstGeom>
        </p:spPr>
      </p:pic>
      <p:pic>
        <p:nvPicPr>
          <p:cNvPr id="40" name="Picture 39" descr="A purple arrow on a black background&#10;&#10;AI-generated content may be incorrect.">
            <a:extLst>
              <a:ext uri="{FF2B5EF4-FFF2-40B4-BE49-F238E27FC236}">
                <a16:creationId xmlns:a16="http://schemas.microsoft.com/office/drawing/2014/main" id="{329F8D06-8AA0-EC62-9124-C8057A25EB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12019" y="-1"/>
            <a:ext cx="4865236" cy="6864863"/>
          </a:xfrm>
          <a:prstGeom prst="rect">
            <a:avLst/>
          </a:prstGeom>
        </p:spPr>
      </p:pic>
      <p:pic>
        <p:nvPicPr>
          <p:cNvPr id="41" name="Picture 40" descr="A purple arrow pointing to the right&#10;&#10;AI-generated content may be incorrect.">
            <a:extLst>
              <a:ext uri="{FF2B5EF4-FFF2-40B4-BE49-F238E27FC236}">
                <a16:creationId xmlns:a16="http://schemas.microsoft.com/office/drawing/2014/main" id="{A24220E2-1F68-68B4-F9DE-8E223E80B42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0798" y="10050"/>
            <a:ext cx="4847217" cy="683943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A5ABBF2-24D1-D6A6-4F74-50B09CEADA5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6666408" y="10050"/>
            <a:ext cx="4847216" cy="6839435"/>
          </a:xfrm>
          <a:prstGeom prst="rect">
            <a:avLst/>
          </a:prstGeom>
        </p:spPr>
      </p:pic>
      <p:pic>
        <p:nvPicPr>
          <p:cNvPr id="43" name="Picture 42" descr="A purple arrow on a black background&#10;&#10;AI-generated content may be incorrect.">
            <a:extLst>
              <a:ext uri="{FF2B5EF4-FFF2-40B4-BE49-F238E27FC236}">
                <a16:creationId xmlns:a16="http://schemas.microsoft.com/office/drawing/2014/main" id="{6BE38B4F-25E7-C232-E7E4-C752BDD732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729673" y="-1"/>
            <a:ext cx="4865236" cy="686486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24AEA6E-C1FA-F6BE-FADD-25135C7383C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-2423608" y="10050"/>
            <a:ext cx="4847216" cy="6839435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4EC72815-629B-94A8-FE94-C2C6454F453F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6D25C7EB-E51B-51F9-4C5A-54A55DB6F7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4034457E-8BE3-F1BA-66E5-DDB8FE1FD1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F9FC604-AA9E-E891-0D91-9B5D59E53F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  <p:sp>
        <p:nvSpPr>
          <p:cNvPr id="24" name="Title 1">
            <a:extLst>
              <a:ext uri="{FF2B5EF4-FFF2-40B4-BE49-F238E27FC236}">
                <a16:creationId xmlns:a16="http://schemas.microsoft.com/office/drawing/2014/main" id="{E4E05961-32FF-1585-EDBB-DFA1731FBF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4317" y="1798655"/>
            <a:ext cx="9545184" cy="3265716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Subhead</a:t>
            </a:r>
          </a:p>
        </p:txBody>
      </p:sp>
      <p:pic>
        <p:nvPicPr>
          <p:cNvPr id="26" name="Picture 25" descr="AAIC 25 Horizontal Logo">
            <a:extLst>
              <a:ext uri="{FF2B5EF4-FFF2-40B4-BE49-F238E27FC236}">
                <a16:creationId xmlns:a16="http://schemas.microsoft.com/office/drawing/2014/main" id="{529DE6FD-B5B2-1757-C966-A96302CC5E3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701793" y="5392466"/>
            <a:ext cx="5871210" cy="96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00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2CA892CB-8521-6E74-C83E-1D0C31C100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2423608" y="10050"/>
            <a:ext cx="4847216" cy="683943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7704557-533F-BC01-080D-AB9BE220856C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306BCAD-F73C-0284-DAC5-079A9CBF50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8258E29-9CE5-3719-5FA2-E4640D2CE9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67A0727-0726-8203-C5E7-47E5FC40EF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  <p:pic>
        <p:nvPicPr>
          <p:cNvPr id="22" name="Picture 21" descr="AAIC 25 Horizontal Logo">
            <a:extLst>
              <a:ext uri="{FF2B5EF4-FFF2-40B4-BE49-F238E27FC236}">
                <a16:creationId xmlns:a16="http://schemas.microsoft.com/office/drawing/2014/main" id="{AAEFD4C9-7957-94B4-584E-ACE0A751EFE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701793" y="5392466"/>
            <a:ext cx="5871210" cy="966650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E4E05961-32FF-1585-EDBB-DFA1731FBF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4024" y="1798655"/>
            <a:ext cx="9545184" cy="3265716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Subhead</a:t>
            </a:r>
          </a:p>
        </p:txBody>
      </p:sp>
    </p:spTree>
    <p:extLst>
      <p:ext uri="{BB962C8B-B14F-4D97-AF65-F5344CB8AC3E}">
        <p14:creationId xmlns:p14="http://schemas.microsoft.com/office/powerpoint/2010/main" val="389362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Subhea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A purple arrow pointing to a black background&#10;&#10;AI-generated content may be incorrect.">
            <a:extLst>
              <a:ext uri="{FF2B5EF4-FFF2-40B4-BE49-F238E27FC236}">
                <a16:creationId xmlns:a16="http://schemas.microsoft.com/office/drawing/2014/main" id="{EC33C835-90FA-6C04-C1E9-D7A1510DC8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84198" y="15073"/>
            <a:ext cx="4838207" cy="6826725"/>
          </a:xfrm>
          <a:prstGeom prst="rect">
            <a:avLst/>
          </a:prstGeom>
        </p:spPr>
      </p:pic>
      <p:pic>
        <p:nvPicPr>
          <p:cNvPr id="34" name="Picture 33" descr="A purple arrow on a black background&#10;&#10;AI-generated content may be incorrect.">
            <a:extLst>
              <a:ext uri="{FF2B5EF4-FFF2-40B4-BE49-F238E27FC236}">
                <a16:creationId xmlns:a16="http://schemas.microsoft.com/office/drawing/2014/main" id="{7354880D-960C-738D-8E4C-57283936E8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12019" y="-1"/>
            <a:ext cx="4865236" cy="6864863"/>
          </a:xfrm>
          <a:prstGeom prst="rect">
            <a:avLst/>
          </a:prstGeom>
        </p:spPr>
      </p:pic>
      <p:pic>
        <p:nvPicPr>
          <p:cNvPr id="35" name="Picture 34" descr="A purple arrow pointing to the right&#10;&#10;AI-generated content may be incorrect.">
            <a:extLst>
              <a:ext uri="{FF2B5EF4-FFF2-40B4-BE49-F238E27FC236}">
                <a16:creationId xmlns:a16="http://schemas.microsoft.com/office/drawing/2014/main" id="{F3C8293B-9762-051C-1CEF-F22CD929FC3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0798" y="10050"/>
            <a:ext cx="4847217" cy="683943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8341099-F50C-7913-8D78-DB954A2EC3C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6666408" y="10050"/>
            <a:ext cx="4847216" cy="6839435"/>
          </a:xfrm>
          <a:prstGeom prst="rect">
            <a:avLst/>
          </a:prstGeom>
        </p:spPr>
      </p:pic>
      <p:pic>
        <p:nvPicPr>
          <p:cNvPr id="37" name="Picture 36" descr="A purple arrow on a black background&#10;&#10;AI-generated content may be incorrect.">
            <a:extLst>
              <a:ext uri="{FF2B5EF4-FFF2-40B4-BE49-F238E27FC236}">
                <a16:creationId xmlns:a16="http://schemas.microsoft.com/office/drawing/2014/main" id="{C2641035-D9BA-CF27-E9B9-9629E4191F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729673" y="-1"/>
            <a:ext cx="4865236" cy="686486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1A5628F-49B4-143C-D90F-6AE2F15E338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-2423608" y="10050"/>
            <a:ext cx="4847216" cy="6839435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0CC185BD-3614-B698-DBB7-42E5009B50DC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DF71D489-02AD-A536-EB12-648269A786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0D00EA58-B154-F55A-188C-C2ECE3CF26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0138B235-4CE2-0751-361E-6853621D71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92362AF-F8C0-2363-0EF1-CBA8B8ED28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9067" y="224118"/>
            <a:ext cx="7259136" cy="3074796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Subhead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1F50E-247C-F80F-6435-AD744BEDE65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59016" y="3577410"/>
            <a:ext cx="7259137" cy="98355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0" name="Picture 19" descr="AAIC 25 Horizontal Logo">
            <a:extLst>
              <a:ext uri="{FF2B5EF4-FFF2-40B4-BE49-F238E27FC236}">
                <a16:creationId xmlns:a16="http://schemas.microsoft.com/office/drawing/2014/main" id="{CA220C79-6E78-2182-0473-C0D4D3D8136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701793" y="5392466"/>
            <a:ext cx="5871210" cy="96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849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licies All 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8">
            <a:extLst>
              <a:ext uri="{FF2B5EF4-FFF2-40B4-BE49-F238E27FC236}">
                <a16:creationId xmlns:a16="http://schemas.microsoft.com/office/drawing/2014/main" id="{3F63D59E-BF31-6F4B-A6D8-95302E66D2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2784556" y="2047589"/>
            <a:ext cx="1108844" cy="871236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499CCCFD-4537-E248-BCAE-590112C285C6}"/>
              </a:ext>
            </a:extLst>
          </p:cNvPr>
          <p:cNvGrpSpPr/>
          <p:nvPr userDrawn="1"/>
        </p:nvGrpSpPr>
        <p:grpSpPr>
          <a:xfrm>
            <a:off x="4607475" y="2053032"/>
            <a:ext cx="880137" cy="880137"/>
            <a:chOff x="7247384" y="-28057"/>
            <a:chExt cx="652462" cy="652462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099062C-6C22-8C4E-9FC9-124232C3D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8998" y="106880"/>
              <a:ext cx="247650" cy="247650"/>
            </a:xfrm>
            <a:custGeom>
              <a:avLst/>
              <a:gdLst>
                <a:gd name="T0" fmla="*/ 344 w 688"/>
                <a:gd name="T1" fmla="*/ 686 h 687"/>
                <a:gd name="T2" fmla="*/ 344 w 688"/>
                <a:gd name="T3" fmla="*/ 686 h 687"/>
                <a:gd name="T4" fmla="*/ 687 w 688"/>
                <a:gd name="T5" fmla="*/ 344 h 687"/>
                <a:gd name="T6" fmla="*/ 344 w 688"/>
                <a:gd name="T7" fmla="*/ 0 h 687"/>
                <a:gd name="T8" fmla="*/ 0 w 688"/>
                <a:gd name="T9" fmla="*/ 344 h 687"/>
                <a:gd name="T10" fmla="*/ 344 w 688"/>
                <a:gd name="T11" fmla="*/ 686 h 687"/>
                <a:gd name="T12" fmla="*/ 188 w 688"/>
                <a:gd name="T13" fmla="*/ 344 h 687"/>
                <a:gd name="T14" fmla="*/ 188 w 688"/>
                <a:gd name="T15" fmla="*/ 344 h 687"/>
                <a:gd name="T16" fmla="*/ 188 w 688"/>
                <a:gd name="T17" fmla="*/ 156 h 687"/>
                <a:gd name="T18" fmla="*/ 499 w 688"/>
                <a:gd name="T19" fmla="*/ 344 h 687"/>
                <a:gd name="T20" fmla="*/ 188 w 688"/>
                <a:gd name="T21" fmla="*/ 531 h 687"/>
                <a:gd name="T22" fmla="*/ 188 w 688"/>
                <a:gd name="T23" fmla="*/ 344 h 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88" h="687">
                  <a:moveTo>
                    <a:pt x="344" y="686"/>
                  </a:moveTo>
                  <a:lnTo>
                    <a:pt x="344" y="686"/>
                  </a:lnTo>
                  <a:cubicBezTo>
                    <a:pt x="531" y="686"/>
                    <a:pt x="687" y="531"/>
                    <a:pt x="687" y="344"/>
                  </a:cubicBezTo>
                  <a:cubicBezTo>
                    <a:pt x="687" y="156"/>
                    <a:pt x="531" y="0"/>
                    <a:pt x="344" y="0"/>
                  </a:cubicBezTo>
                  <a:cubicBezTo>
                    <a:pt x="157" y="0"/>
                    <a:pt x="0" y="156"/>
                    <a:pt x="0" y="344"/>
                  </a:cubicBezTo>
                  <a:cubicBezTo>
                    <a:pt x="0" y="531"/>
                    <a:pt x="157" y="686"/>
                    <a:pt x="344" y="686"/>
                  </a:cubicBezTo>
                  <a:close/>
                  <a:moveTo>
                    <a:pt x="188" y="344"/>
                  </a:moveTo>
                  <a:lnTo>
                    <a:pt x="188" y="344"/>
                  </a:lnTo>
                  <a:cubicBezTo>
                    <a:pt x="188" y="156"/>
                    <a:pt x="188" y="156"/>
                    <a:pt x="188" y="156"/>
                  </a:cubicBezTo>
                  <a:cubicBezTo>
                    <a:pt x="499" y="344"/>
                    <a:pt x="499" y="344"/>
                    <a:pt x="499" y="344"/>
                  </a:cubicBezTo>
                  <a:cubicBezTo>
                    <a:pt x="188" y="531"/>
                    <a:pt x="188" y="531"/>
                    <a:pt x="188" y="531"/>
                  </a:cubicBezTo>
                  <a:lnTo>
                    <a:pt x="188" y="3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65CC138-96B7-ED4A-BEA3-576D2032A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1836" y="545030"/>
              <a:ext cx="180975" cy="22225"/>
            </a:xfrm>
            <a:custGeom>
              <a:avLst/>
              <a:gdLst>
                <a:gd name="T0" fmla="*/ 31 w 501"/>
                <a:gd name="T1" fmla="*/ 0 h 63"/>
                <a:gd name="T2" fmla="*/ 31 w 501"/>
                <a:gd name="T3" fmla="*/ 0 h 63"/>
                <a:gd name="T4" fmla="*/ 0 w 501"/>
                <a:gd name="T5" fmla="*/ 31 h 63"/>
                <a:gd name="T6" fmla="*/ 31 w 501"/>
                <a:gd name="T7" fmla="*/ 62 h 63"/>
                <a:gd name="T8" fmla="*/ 500 w 501"/>
                <a:gd name="T9" fmla="*/ 62 h 63"/>
                <a:gd name="T10" fmla="*/ 500 w 501"/>
                <a:gd name="T11" fmla="*/ 31 h 63"/>
                <a:gd name="T12" fmla="*/ 500 w 501"/>
                <a:gd name="T13" fmla="*/ 0 h 63"/>
                <a:gd name="T14" fmla="*/ 31 w 50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1" h="63">
                  <a:moveTo>
                    <a:pt x="31" y="0"/>
                  </a:moveTo>
                  <a:lnTo>
                    <a:pt x="31" y="0"/>
                  </a:lnTo>
                  <a:lnTo>
                    <a:pt x="0" y="31"/>
                  </a:lnTo>
                  <a:cubicBezTo>
                    <a:pt x="0" y="62"/>
                    <a:pt x="31" y="62"/>
                    <a:pt x="31" y="62"/>
                  </a:cubicBezTo>
                  <a:cubicBezTo>
                    <a:pt x="500" y="62"/>
                    <a:pt x="500" y="62"/>
                    <a:pt x="500" y="62"/>
                  </a:cubicBezTo>
                  <a:cubicBezTo>
                    <a:pt x="500" y="62"/>
                    <a:pt x="500" y="62"/>
                    <a:pt x="500" y="31"/>
                  </a:cubicBezTo>
                  <a:lnTo>
                    <a:pt x="500" y="0"/>
                  </a:lnTo>
                  <a:lnTo>
                    <a:pt x="31" y="0"/>
                  </a:lnTo>
                </a:path>
              </a:pathLst>
            </a:custGeom>
            <a:solidFill>
              <a:srgbClr val="4925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6BC76CD-3C9D-6044-B9F9-EEF10B8EC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7384" y="-28057"/>
              <a:ext cx="652462" cy="652462"/>
            </a:xfrm>
            <a:custGeom>
              <a:avLst/>
              <a:gdLst>
                <a:gd name="T0" fmla="*/ 1718 w 1812"/>
                <a:gd name="T1" fmla="*/ 0 h 1812"/>
                <a:gd name="T2" fmla="*/ 1718 w 1812"/>
                <a:gd name="T3" fmla="*/ 0 h 1812"/>
                <a:gd name="T4" fmla="*/ 94 w 1812"/>
                <a:gd name="T5" fmla="*/ 0 h 1812"/>
                <a:gd name="T6" fmla="*/ 0 w 1812"/>
                <a:gd name="T7" fmla="*/ 94 h 1812"/>
                <a:gd name="T8" fmla="*/ 0 w 1812"/>
                <a:gd name="T9" fmla="*/ 1718 h 1812"/>
                <a:gd name="T10" fmla="*/ 94 w 1812"/>
                <a:gd name="T11" fmla="*/ 1811 h 1812"/>
                <a:gd name="T12" fmla="*/ 1718 w 1812"/>
                <a:gd name="T13" fmla="*/ 1811 h 1812"/>
                <a:gd name="T14" fmla="*/ 1811 w 1812"/>
                <a:gd name="T15" fmla="*/ 1718 h 1812"/>
                <a:gd name="T16" fmla="*/ 1811 w 1812"/>
                <a:gd name="T17" fmla="*/ 94 h 1812"/>
                <a:gd name="T18" fmla="*/ 1718 w 1812"/>
                <a:gd name="T19" fmla="*/ 0 h 1812"/>
                <a:gd name="T20" fmla="*/ 125 w 1812"/>
                <a:gd name="T21" fmla="*/ 187 h 1812"/>
                <a:gd name="T22" fmla="*/ 125 w 1812"/>
                <a:gd name="T23" fmla="*/ 187 h 1812"/>
                <a:gd name="T24" fmla="*/ 187 w 1812"/>
                <a:gd name="T25" fmla="*/ 125 h 1812"/>
                <a:gd name="T26" fmla="*/ 1624 w 1812"/>
                <a:gd name="T27" fmla="*/ 125 h 1812"/>
                <a:gd name="T28" fmla="*/ 1686 w 1812"/>
                <a:gd name="T29" fmla="*/ 187 h 1812"/>
                <a:gd name="T30" fmla="*/ 1686 w 1812"/>
                <a:gd name="T31" fmla="*/ 1280 h 1812"/>
                <a:gd name="T32" fmla="*/ 1624 w 1812"/>
                <a:gd name="T33" fmla="*/ 1342 h 1812"/>
                <a:gd name="T34" fmla="*/ 187 w 1812"/>
                <a:gd name="T35" fmla="*/ 1342 h 1812"/>
                <a:gd name="T36" fmla="*/ 125 w 1812"/>
                <a:gd name="T37" fmla="*/ 1280 h 1812"/>
                <a:gd name="T38" fmla="*/ 125 w 1812"/>
                <a:gd name="T39" fmla="*/ 187 h 1812"/>
                <a:gd name="T40" fmla="*/ 1686 w 1812"/>
                <a:gd name="T41" fmla="*/ 1655 h 1812"/>
                <a:gd name="T42" fmla="*/ 1686 w 1812"/>
                <a:gd name="T43" fmla="*/ 1655 h 1812"/>
                <a:gd name="T44" fmla="*/ 844 w 1812"/>
                <a:gd name="T45" fmla="*/ 1655 h 1812"/>
                <a:gd name="T46" fmla="*/ 750 w 1812"/>
                <a:gd name="T47" fmla="*/ 1749 h 1812"/>
                <a:gd name="T48" fmla="*/ 656 w 1812"/>
                <a:gd name="T49" fmla="*/ 1718 h 1812"/>
                <a:gd name="T50" fmla="*/ 156 w 1812"/>
                <a:gd name="T51" fmla="*/ 1718 h 1812"/>
                <a:gd name="T52" fmla="*/ 94 w 1812"/>
                <a:gd name="T53" fmla="*/ 1624 h 1812"/>
                <a:gd name="T54" fmla="*/ 156 w 1812"/>
                <a:gd name="T55" fmla="*/ 1561 h 1812"/>
                <a:gd name="T56" fmla="*/ 656 w 1812"/>
                <a:gd name="T57" fmla="*/ 1561 h 1812"/>
                <a:gd name="T58" fmla="*/ 750 w 1812"/>
                <a:gd name="T59" fmla="*/ 1530 h 1812"/>
                <a:gd name="T60" fmla="*/ 844 w 1812"/>
                <a:gd name="T61" fmla="*/ 1593 h 1812"/>
                <a:gd name="T62" fmla="*/ 1686 w 1812"/>
                <a:gd name="T63" fmla="*/ 1593 h 1812"/>
                <a:gd name="T64" fmla="*/ 1718 w 1812"/>
                <a:gd name="T65" fmla="*/ 1624 h 1812"/>
                <a:gd name="T66" fmla="*/ 1686 w 1812"/>
                <a:gd name="T67" fmla="*/ 1655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12" h="1812">
                  <a:moveTo>
                    <a:pt x="1718" y="0"/>
                  </a:moveTo>
                  <a:lnTo>
                    <a:pt x="1718" y="0"/>
                  </a:lnTo>
                  <a:cubicBezTo>
                    <a:pt x="94" y="0"/>
                    <a:pt x="94" y="0"/>
                    <a:pt x="94" y="0"/>
                  </a:cubicBezTo>
                  <a:cubicBezTo>
                    <a:pt x="31" y="0"/>
                    <a:pt x="0" y="31"/>
                    <a:pt x="0" y="94"/>
                  </a:cubicBezTo>
                  <a:cubicBezTo>
                    <a:pt x="0" y="1718"/>
                    <a:pt x="0" y="1718"/>
                    <a:pt x="0" y="1718"/>
                  </a:cubicBezTo>
                  <a:cubicBezTo>
                    <a:pt x="0" y="1780"/>
                    <a:pt x="31" y="1811"/>
                    <a:pt x="94" y="1811"/>
                  </a:cubicBezTo>
                  <a:cubicBezTo>
                    <a:pt x="1718" y="1811"/>
                    <a:pt x="1718" y="1811"/>
                    <a:pt x="1718" y="1811"/>
                  </a:cubicBezTo>
                  <a:cubicBezTo>
                    <a:pt x="1780" y="1811"/>
                    <a:pt x="1811" y="1780"/>
                    <a:pt x="1811" y="1718"/>
                  </a:cubicBezTo>
                  <a:cubicBezTo>
                    <a:pt x="1811" y="94"/>
                    <a:pt x="1811" y="94"/>
                    <a:pt x="1811" y="94"/>
                  </a:cubicBezTo>
                  <a:cubicBezTo>
                    <a:pt x="1811" y="31"/>
                    <a:pt x="1780" y="0"/>
                    <a:pt x="1718" y="0"/>
                  </a:cubicBezTo>
                  <a:close/>
                  <a:moveTo>
                    <a:pt x="125" y="187"/>
                  </a:moveTo>
                  <a:lnTo>
                    <a:pt x="125" y="187"/>
                  </a:lnTo>
                  <a:cubicBezTo>
                    <a:pt x="125" y="156"/>
                    <a:pt x="156" y="125"/>
                    <a:pt x="187" y="125"/>
                  </a:cubicBezTo>
                  <a:cubicBezTo>
                    <a:pt x="1624" y="125"/>
                    <a:pt x="1624" y="125"/>
                    <a:pt x="1624" y="125"/>
                  </a:cubicBezTo>
                  <a:cubicBezTo>
                    <a:pt x="1655" y="125"/>
                    <a:pt x="1686" y="156"/>
                    <a:pt x="1686" y="187"/>
                  </a:cubicBezTo>
                  <a:cubicBezTo>
                    <a:pt x="1686" y="1280"/>
                    <a:pt x="1686" y="1280"/>
                    <a:pt x="1686" y="1280"/>
                  </a:cubicBezTo>
                  <a:cubicBezTo>
                    <a:pt x="1686" y="1311"/>
                    <a:pt x="1655" y="1342"/>
                    <a:pt x="1624" y="1342"/>
                  </a:cubicBezTo>
                  <a:cubicBezTo>
                    <a:pt x="187" y="1342"/>
                    <a:pt x="187" y="1342"/>
                    <a:pt x="187" y="1342"/>
                  </a:cubicBezTo>
                  <a:cubicBezTo>
                    <a:pt x="156" y="1342"/>
                    <a:pt x="125" y="1311"/>
                    <a:pt x="125" y="1280"/>
                  </a:cubicBezTo>
                  <a:lnTo>
                    <a:pt x="125" y="187"/>
                  </a:lnTo>
                  <a:close/>
                  <a:moveTo>
                    <a:pt x="1686" y="1655"/>
                  </a:moveTo>
                  <a:lnTo>
                    <a:pt x="1686" y="1655"/>
                  </a:lnTo>
                  <a:cubicBezTo>
                    <a:pt x="844" y="1655"/>
                    <a:pt x="844" y="1655"/>
                    <a:pt x="844" y="1655"/>
                  </a:cubicBezTo>
                  <a:cubicBezTo>
                    <a:pt x="812" y="1718"/>
                    <a:pt x="781" y="1749"/>
                    <a:pt x="750" y="1749"/>
                  </a:cubicBezTo>
                  <a:cubicBezTo>
                    <a:pt x="719" y="1749"/>
                    <a:pt x="687" y="1718"/>
                    <a:pt x="656" y="1718"/>
                  </a:cubicBezTo>
                  <a:cubicBezTo>
                    <a:pt x="156" y="1718"/>
                    <a:pt x="156" y="1718"/>
                    <a:pt x="156" y="1718"/>
                  </a:cubicBezTo>
                  <a:cubicBezTo>
                    <a:pt x="125" y="1718"/>
                    <a:pt x="94" y="1655"/>
                    <a:pt x="94" y="1624"/>
                  </a:cubicBezTo>
                  <a:cubicBezTo>
                    <a:pt x="94" y="1593"/>
                    <a:pt x="125" y="1561"/>
                    <a:pt x="156" y="1561"/>
                  </a:cubicBezTo>
                  <a:cubicBezTo>
                    <a:pt x="656" y="1561"/>
                    <a:pt x="656" y="1561"/>
                    <a:pt x="656" y="1561"/>
                  </a:cubicBezTo>
                  <a:cubicBezTo>
                    <a:pt x="687" y="1530"/>
                    <a:pt x="719" y="1530"/>
                    <a:pt x="750" y="1530"/>
                  </a:cubicBezTo>
                  <a:cubicBezTo>
                    <a:pt x="781" y="1530"/>
                    <a:pt x="812" y="1561"/>
                    <a:pt x="844" y="1593"/>
                  </a:cubicBezTo>
                  <a:cubicBezTo>
                    <a:pt x="1686" y="1593"/>
                    <a:pt x="1686" y="1593"/>
                    <a:pt x="1686" y="1593"/>
                  </a:cubicBezTo>
                  <a:lnTo>
                    <a:pt x="1718" y="1624"/>
                  </a:lnTo>
                  <a:cubicBezTo>
                    <a:pt x="1718" y="1655"/>
                    <a:pt x="1686" y="1655"/>
                    <a:pt x="1686" y="165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646CD36-7745-6344-B485-6F34B1A64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2336" y="533918"/>
              <a:ext cx="57150" cy="57150"/>
            </a:xfrm>
            <a:custGeom>
              <a:avLst/>
              <a:gdLst>
                <a:gd name="T0" fmla="*/ 94 w 157"/>
                <a:gd name="T1" fmla="*/ 0 h 158"/>
                <a:gd name="T2" fmla="*/ 94 w 157"/>
                <a:gd name="T3" fmla="*/ 0 h 158"/>
                <a:gd name="T4" fmla="*/ 0 w 157"/>
                <a:gd name="T5" fmla="*/ 63 h 158"/>
                <a:gd name="T6" fmla="*/ 94 w 157"/>
                <a:gd name="T7" fmla="*/ 157 h 158"/>
                <a:gd name="T8" fmla="*/ 156 w 157"/>
                <a:gd name="T9" fmla="*/ 63 h 158"/>
                <a:gd name="T10" fmla="*/ 94 w 157"/>
                <a:gd name="T11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7" h="158">
                  <a:moveTo>
                    <a:pt x="94" y="0"/>
                  </a:moveTo>
                  <a:lnTo>
                    <a:pt x="94" y="0"/>
                  </a:lnTo>
                  <a:cubicBezTo>
                    <a:pt x="31" y="0"/>
                    <a:pt x="0" y="32"/>
                    <a:pt x="0" y="63"/>
                  </a:cubicBezTo>
                  <a:cubicBezTo>
                    <a:pt x="0" y="125"/>
                    <a:pt x="31" y="157"/>
                    <a:pt x="94" y="157"/>
                  </a:cubicBezTo>
                  <a:cubicBezTo>
                    <a:pt x="125" y="157"/>
                    <a:pt x="156" y="125"/>
                    <a:pt x="156" y="63"/>
                  </a:cubicBezTo>
                  <a:cubicBezTo>
                    <a:pt x="156" y="32"/>
                    <a:pt x="125" y="0"/>
                    <a:pt x="94" y="0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 dirty="0"/>
            </a:p>
          </p:txBody>
        </p:sp>
      </p:grpSp>
      <p:sp>
        <p:nvSpPr>
          <p:cNvPr id="32" name="Freeform 1">
            <a:extLst>
              <a:ext uri="{FF2B5EF4-FFF2-40B4-BE49-F238E27FC236}">
                <a16:creationId xmlns:a16="http://schemas.microsoft.com/office/drawing/2014/main" id="{C9A21A74-F384-914E-9C12-A94CA86DD7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01687" y="2047589"/>
            <a:ext cx="580448" cy="900130"/>
          </a:xfrm>
          <a:custGeom>
            <a:avLst/>
            <a:gdLst>
              <a:gd name="T0" fmla="*/ 1859 w 2348"/>
              <a:gd name="T1" fmla="*/ 1701 h 3640"/>
              <a:gd name="T2" fmla="*/ 488 w 2348"/>
              <a:gd name="T3" fmla="*/ 1560 h 3640"/>
              <a:gd name="T4" fmla="*/ 1859 w 2348"/>
              <a:gd name="T5" fmla="*/ 1701 h 3640"/>
              <a:gd name="T6" fmla="*/ 2253 w 2348"/>
              <a:gd name="T7" fmla="*/ 1417 h 3640"/>
              <a:gd name="T8" fmla="*/ 2347 w 2348"/>
              <a:gd name="T9" fmla="*/ 1606 h 3640"/>
              <a:gd name="T10" fmla="*/ 2253 w 2348"/>
              <a:gd name="T11" fmla="*/ 1417 h 3640"/>
              <a:gd name="T12" fmla="*/ 1985 w 2348"/>
              <a:gd name="T13" fmla="*/ 1417 h 3640"/>
              <a:gd name="T14" fmla="*/ 1891 w 2348"/>
              <a:gd name="T15" fmla="*/ 1606 h 3640"/>
              <a:gd name="T16" fmla="*/ 1985 w 2348"/>
              <a:gd name="T17" fmla="*/ 1417 h 3640"/>
              <a:gd name="T18" fmla="*/ 457 w 2348"/>
              <a:gd name="T19" fmla="*/ 1417 h 3640"/>
              <a:gd name="T20" fmla="*/ 362 w 2348"/>
              <a:gd name="T21" fmla="*/ 1606 h 3640"/>
              <a:gd name="T22" fmla="*/ 457 w 2348"/>
              <a:gd name="T23" fmla="*/ 1417 h 3640"/>
              <a:gd name="T24" fmla="*/ 2111 w 2348"/>
              <a:gd name="T25" fmla="*/ 1260 h 3640"/>
              <a:gd name="T26" fmla="*/ 2017 w 2348"/>
              <a:gd name="T27" fmla="*/ 2095 h 3640"/>
              <a:gd name="T28" fmla="*/ 1229 w 2348"/>
              <a:gd name="T29" fmla="*/ 2898 h 3640"/>
              <a:gd name="T30" fmla="*/ 331 w 2348"/>
              <a:gd name="T31" fmla="*/ 2174 h 3640"/>
              <a:gd name="T32" fmla="*/ 331 w 2348"/>
              <a:gd name="T33" fmla="*/ 1323 h 3640"/>
              <a:gd name="T34" fmla="*/ 126 w 2348"/>
              <a:gd name="T35" fmla="*/ 1323 h 3640"/>
              <a:gd name="T36" fmla="*/ 142 w 2348"/>
              <a:gd name="T37" fmla="*/ 2237 h 3640"/>
              <a:gd name="T38" fmla="*/ 1055 w 2348"/>
              <a:gd name="T39" fmla="*/ 3371 h 3640"/>
              <a:gd name="T40" fmla="*/ 378 w 2348"/>
              <a:gd name="T41" fmla="*/ 3639 h 3640"/>
              <a:gd name="T42" fmla="*/ 1780 w 2348"/>
              <a:gd name="T43" fmla="*/ 3371 h 3640"/>
              <a:gd name="T44" fmla="*/ 1307 w 2348"/>
              <a:gd name="T45" fmla="*/ 3087 h 3640"/>
              <a:gd name="T46" fmla="*/ 2221 w 2348"/>
              <a:gd name="T47" fmla="*/ 2095 h 3640"/>
              <a:gd name="T48" fmla="*/ 2111 w 2348"/>
              <a:gd name="T49" fmla="*/ 1260 h 3640"/>
              <a:gd name="T50" fmla="*/ 0 w 2348"/>
              <a:gd name="T51" fmla="*/ 1606 h 3640"/>
              <a:gd name="T52" fmla="*/ 95 w 2348"/>
              <a:gd name="T53" fmla="*/ 1417 h 3640"/>
              <a:gd name="T54" fmla="*/ 0 w 2348"/>
              <a:gd name="T55" fmla="*/ 1606 h 3640"/>
              <a:gd name="T56" fmla="*/ 488 w 2348"/>
              <a:gd name="T57" fmla="*/ 2095 h 3640"/>
              <a:gd name="T58" fmla="*/ 1229 w 2348"/>
              <a:gd name="T59" fmla="*/ 2725 h 3640"/>
              <a:gd name="T60" fmla="*/ 1859 w 2348"/>
              <a:gd name="T61" fmla="*/ 1795 h 3640"/>
              <a:gd name="T62" fmla="*/ 488 w 2348"/>
              <a:gd name="T63" fmla="*/ 2095 h 3640"/>
              <a:gd name="T64" fmla="*/ 1339 w 2348"/>
              <a:gd name="T65" fmla="*/ 709 h 3640"/>
              <a:gd name="T66" fmla="*/ 1339 w 2348"/>
              <a:gd name="T67" fmla="*/ 614 h 3640"/>
              <a:gd name="T68" fmla="*/ 1828 w 2348"/>
              <a:gd name="T69" fmla="*/ 488 h 3640"/>
              <a:gd name="T70" fmla="*/ 1292 w 2348"/>
              <a:gd name="T71" fmla="*/ 441 h 3640"/>
              <a:gd name="T72" fmla="*/ 1796 w 2348"/>
              <a:gd name="T73" fmla="*/ 393 h 3640"/>
              <a:gd name="T74" fmla="*/ 551 w 2348"/>
              <a:gd name="T75" fmla="*/ 393 h 3640"/>
              <a:gd name="T76" fmla="*/ 1055 w 2348"/>
              <a:gd name="T77" fmla="*/ 441 h 3640"/>
              <a:gd name="T78" fmla="*/ 520 w 2348"/>
              <a:gd name="T79" fmla="*/ 488 h 3640"/>
              <a:gd name="T80" fmla="*/ 504 w 2348"/>
              <a:gd name="T81" fmla="*/ 535 h 3640"/>
              <a:gd name="T82" fmla="*/ 1008 w 2348"/>
              <a:gd name="T83" fmla="*/ 614 h 3640"/>
              <a:gd name="T84" fmla="*/ 1008 w 2348"/>
              <a:gd name="T85" fmla="*/ 709 h 3640"/>
              <a:gd name="T86" fmla="*/ 488 w 2348"/>
              <a:gd name="T87" fmla="*/ 724 h 3640"/>
              <a:gd name="T88" fmla="*/ 1008 w 2348"/>
              <a:gd name="T89" fmla="*/ 835 h 3640"/>
              <a:gd name="T90" fmla="*/ 1008 w 2348"/>
              <a:gd name="T91" fmla="*/ 913 h 3640"/>
              <a:gd name="T92" fmla="*/ 488 w 2348"/>
              <a:gd name="T93" fmla="*/ 1055 h 3640"/>
              <a:gd name="T94" fmla="*/ 1055 w 2348"/>
              <a:gd name="T95" fmla="*/ 1087 h 3640"/>
              <a:gd name="T96" fmla="*/ 488 w 2348"/>
              <a:gd name="T97" fmla="*/ 1134 h 3640"/>
              <a:gd name="T98" fmla="*/ 1859 w 2348"/>
              <a:gd name="T99" fmla="*/ 1465 h 3640"/>
              <a:gd name="T100" fmla="*/ 1339 w 2348"/>
              <a:gd name="T101" fmla="*/ 1134 h 3640"/>
              <a:gd name="T102" fmla="*/ 1339 w 2348"/>
              <a:gd name="T103" fmla="*/ 1055 h 3640"/>
              <a:gd name="T104" fmla="*/ 1859 w 2348"/>
              <a:gd name="T105" fmla="*/ 913 h 3640"/>
              <a:gd name="T106" fmla="*/ 1292 w 2348"/>
              <a:gd name="T107" fmla="*/ 882 h 3640"/>
              <a:gd name="T108" fmla="*/ 1859 w 2348"/>
              <a:gd name="T109" fmla="*/ 835 h 3640"/>
              <a:gd name="T110" fmla="*/ 1339 w 2348"/>
              <a:gd name="T111" fmla="*/ 709 h 3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348" h="3640">
                <a:moveTo>
                  <a:pt x="1859" y="1701"/>
                </a:moveTo>
                <a:lnTo>
                  <a:pt x="1859" y="1701"/>
                </a:lnTo>
                <a:cubicBezTo>
                  <a:pt x="488" y="1701"/>
                  <a:pt x="488" y="1701"/>
                  <a:pt x="488" y="1701"/>
                </a:cubicBezTo>
                <a:cubicBezTo>
                  <a:pt x="488" y="1560"/>
                  <a:pt x="488" y="1560"/>
                  <a:pt x="488" y="1560"/>
                </a:cubicBezTo>
                <a:cubicBezTo>
                  <a:pt x="1859" y="1560"/>
                  <a:pt x="1859" y="1560"/>
                  <a:pt x="1859" y="1560"/>
                </a:cubicBezTo>
                <a:lnTo>
                  <a:pt x="1859" y="1701"/>
                </a:lnTo>
                <a:close/>
                <a:moveTo>
                  <a:pt x="2253" y="1417"/>
                </a:moveTo>
                <a:lnTo>
                  <a:pt x="2253" y="1417"/>
                </a:lnTo>
                <a:cubicBezTo>
                  <a:pt x="2253" y="1606"/>
                  <a:pt x="2253" y="1606"/>
                  <a:pt x="2253" y="1606"/>
                </a:cubicBezTo>
                <a:cubicBezTo>
                  <a:pt x="2347" y="1606"/>
                  <a:pt x="2347" y="1606"/>
                  <a:pt x="2347" y="1606"/>
                </a:cubicBezTo>
                <a:cubicBezTo>
                  <a:pt x="2347" y="1417"/>
                  <a:pt x="2347" y="1417"/>
                  <a:pt x="2347" y="1417"/>
                </a:cubicBezTo>
                <a:lnTo>
                  <a:pt x="2253" y="1417"/>
                </a:lnTo>
                <a:close/>
                <a:moveTo>
                  <a:pt x="1985" y="1417"/>
                </a:moveTo>
                <a:lnTo>
                  <a:pt x="1985" y="1417"/>
                </a:lnTo>
                <a:cubicBezTo>
                  <a:pt x="1891" y="1417"/>
                  <a:pt x="1891" y="1417"/>
                  <a:pt x="1891" y="1417"/>
                </a:cubicBezTo>
                <a:cubicBezTo>
                  <a:pt x="1891" y="1606"/>
                  <a:pt x="1891" y="1606"/>
                  <a:pt x="1891" y="1606"/>
                </a:cubicBezTo>
                <a:cubicBezTo>
                  <a:pt x="1985" y="1606"/>
                  <a:pt x="1985" y="1606"/>
                  <a:pt x="1985" y="1606"/>
                </a:cubicBezTo>
                <a:lnTo>
                  <a:pt x="1985" y="1417"/>
                </a:lnTo>
                <a:close/>
                <a:moveTo>
                  <a:pt x="457" y="1417"/>
                </a:moveTo>
                <a:lnTo>
                  <a:pt x="457" y="1417"/>
                </a:lnTo>
                <a:cubicBezTo>
                  <a:pt x="362" y="1417"/>
                  <a:pt x="362" y="1417"/>
                  <a:pt x="362" y="1417"/>
                </a:cubicBezTo>
                <a:cubicBezTo>
                  <a:pt x="362" y="1606"/>
                  <a:pt x="362" y="1606"/>
                  <a:pt x="362" y="1606"/>
                </a:cubicBezTo>
                <a:cubicBezTo>
                  <a:pt x="457" y="1606"/>
                  <a:pt x="457" y="1606"/>
                  <a:pt x="457" y="1606"/>
                </a:cubicBezTo>
                <a:lnTo>
                  <a:pt x="457" y="1417"/>
                </a:lnTo>
                <a:close/>
                <a:moveTo>
                  <a:pt x="2111" y="1260"/>
                </a:moveTo>
                <a:lnTo>
                  <a:pt x="2111" y="1260"/>
                </a:lnTo>
                <a:cubicBezTo>
                  <a:pt x="2017" y="1260"/>
                  <a:pt x="2017" y="1323"/>
                  <a:pt x="2017" y="1323"/>
                </a:cubicBezTo>
                <a:cubicBezTo>
                  <a:pt x="2017" y="2095"/>
                  <a:pt x="2017" y="2095"/>
                  <a:pt x="2017" y="2095"/>
                </a:cubicBezTo>
                <a:cubicBezTo>
                  <a:pt x="2017" y="2127"/>
                  <a:pt x="2017" y="2142"/>
                  <a:pt x="2017" y="2174"/>
                </a:cubicBezTo>
                <a:cubicBezTo>
                  <a:pt x="1969" y="2583"/>
                  <a:pt x="1639" y="2898"/>
                  <a:pt x="1229" y="2898"/>
                </a:cubicBezTo>
                <a:cubicBezTo>
                  <a:pt x="1135" y="2898"/>
                  <a:pt x="1135" y="2898"/>
                  <a:pt x="1135" y="2898"/>
                </a:cubicBezTo>
                <a:cubicBezTo>
                  <a:pt x="709" y="2898"/>
                  <a:pt x="378" y="2583"/>
                  <a:pt x="331" y="2174"/>
                </a:cubicBezTo>
                <a:cubicBezTo>
                  <a:pt x="331" y="2142"/>
                  <a:pt x="331" y="2127"/>
                  <a:pt x="331" y="2095"/>
                </a:cubicBezTo>
                <a:cubicBezTo>
                  <a:pt x="331" y="1323"/>
                  <a:pt x="331" y="1323"/>
                  <a:pt x="331" y="1323"/>
                </a:cubicBezTo>
                <a:cubicBezTo>
                  <a:pt x="331" y="1323"/>
                  <a:pt x="331" y="1260"/>
                  <a:pt x="236" y="1260"/>
                </a:cubicBezTo>
                <a:cubicBezTo>
                  <a:pt x="142" y="1260"/>
                  <a:pt x="126" y="1323"/>
                  <a:pt x="126" y="1323"/>
                </a:cubicBezTo>
                <a:cubicBezTo>
                  <a:pt x="126" y="2095"/>
                  <a:pt x="126" y="2095"/>
                  <a:pt x="126" y="2095"/>
                </a:cubicBezTo>
                <a:cubicBezTo>
                  <a:pt x="126" y="2142"/>
                  <a:pt x="142" y="2190"/>
                  <a:pt x="142" y="2237"/>
                </a:cubicBezTo>
                <a:cubicBezTo>
                  <a:pt x="205" y="2694"/>
                  <a:pt x="583" y="3056"/>
                  <a:pt x="1055" y="3087"/>
                </a:cubicBezTo>
                <a:cubicBezTo>
                  <a:pt x="1055" y="3371"/>
                  <a:pt x="1055" y="3371"/>
                  <a:pt x="1055" y="3371"/>
                </a:cubicBezTo>
                <a:cubicBezTo>
                  <a:pt x="567" y="3371"/>
                  <a:pt x="567" y="3371"/>
                  <a:pt x="567" y="3371"/>
                </a:cubicBezTo>
                <a:cubicBezTo>
                  <a:pt x="378" y="3639"/>
                  <a:pt x="378" y="3639"/>
                  <a:pt x="378" y="3639"/>
                </a:cubicBezTo>
                <a:cubicBezTo>
                  <a:pt x="1969" y="3639"/>
                  <a:pt x="1969" y="3639"/>
                  <a:pt x="1969" y="3639"/>
                </a:cubicBezTo>
                <a:cubicBezTo>
                  <a:pt x="1780" y="3371"/>
                  <a:pt x="1780" y="3371"/>
                  <a:pt x="1780" y="3371"/>
                </a:cubicBezTo>
                <a:cubicBezTo>
                  <a:pt x="1307" y="3371"/>
                  <a:pt x="1307" y="3371"/>
                  <a:pt x="1307" y="3371"/>
                </a:cubicBezTo>
                <a:cubicBezTo>
                  <a:pt x="1307" y="3087"/>
                  <a:pt x="1307" y="3087"/>
                  <a:pt x="1307" y="3087"/>
                </a:cubicBezTo>
                <a:cubicBezTo>
                  <a:pt x="1765" y="3056"/>
                  <a:pt x="2143" y="2694"/>
                  <a:pt x="2206" y="2237"/>
                </a:cubicBezTo>
                <a:cubicBezTo>
                  <a:pt x="2221" y="2190"/>
                  <a:pt x="2221" y="2142"/>
                  <a:pt x="2221" y="2095"/>
                </a:cubicBezTo>
                <a:cubicBezTo>
                  <a:pt x="2221" y="1323"/>
                  <a:pt x="2221" y="1323"/>
                  <a:pt x="2221" y="1323"/>
                </a:cubicBezTo>
                <a:cubicBezTo>
                  <a:pt x="2221" y="1323"/>
                  <a:pt x="2206" y="1260"/>
                  <a:pt x="2111" y="1260"/>
                </a:cubicBezTo>
                <a:close/>
                <a:moveTo>
                  <a:pt x="0" y="1606"/>
                </a:moveTo>
                <a:lnTo>
                  <a:pt x="0" y="1606"/>
                </a:lnTo>
                <a:cubicBezTo>
                  <a:pt x="95" y="1606"/>
                  <a:pt x="95" y="1606"/>
                  <a:pt x="95" y="1606"/>
                </a:cubicBezTo>
                <a:cubicBezTo>
                  <a:pt x="95" y="1417"/>
                  <a:pt x="95" y="1417"/>
                  <a:pt x="95" y="1417"/>
                </a:cubicBezTo>
                <a:cubicBezTo>
                  <a:pt x="0" y="1417"/>
                  <a:pt x="0" y="1417"/>
                  <a:pt x="0" y="1417"/>
                </a:cubicBezTo>
                <a:lnTo>
                  <a:pt x="0" y="1606"/>
                </a:lnTo>
                <a:close/>
                <a:moveTo>
                  <a:pt x="488" y="2095"/>
                </a:moveTo>
                <a:lnTo>
                  <a:pt x="488" y="2095"/>
                </a:lnTo>
                <a:cubicBezTo>
                  <a:pt x="488" y="2442"/>
                  <a:pt x="772" y="2725"/>
                  <a:pt x="1135" y="2725"/>
                </a:cubicBezTo>
                <a:cubicBezTo>
                  <a:pt x="1229" y="2725"/>
                  <a:pt x="1229" y="2725"/>
                  <a:pt x="1229" y="2725"/>
                </a:cubicBezTo>
                <a:cubicBezTo>
                  <a:pt x="1576" y="2725"/>
                  <a:pt x="1859" y="2442"/>
                  <a:pt x="1859" y="2095"/>
                </a:cubicBezTo>
                <a:cubicBezTo>
                  <a:pt x="1859" y="1795"/>
                  <a:pt x="1859" y="1795"/>
                  <a:pt x="1859" y="1795"/>
                </a:cubicBezTo>
                <a:cubicBezTo>
                  <a:pt x="488" y="1795"/>
                  <a:pt x="488" y="1795"/>
                  <a:pt x="488" y="1795"/>
                </a:cubicBezTo>
                <a:lnTo>
                  <a:pt x="488" y="2095"/>
                </a:lnTo>
                <a:close/>
                <a:moveTo>
                  <a:pt x="1339" y="709"/>
                </a:moveTo>
                <a:lnTo>
                  <a:pt x="1339" y="709"/>
                </a:lnTo>
                <a:cubicBezTo>
                  <a:pt x="1324" y="709"/>
                  <a:pt x="1292" y="677"/>
                  <a:pt x="1292" y="661"/>
                </a:cubicBezTo>
                <a:cubicBezTo>
                  <a:pt x="1292" y="630"/>
                  <a:pt x="1324" y="614"/>
                  <a:pt x="1339" y="614"/>
                </a:cubicBezTo>
                <a:cubicBezTo>
                  <a:pt x="1859" y="614"/>
                  <a:pt x="1859" y="614"/>
                  <a:pt x="1859" y="614"/>
                </a:cubicBezTo>
                <a:cubicBezTo>
                  <a:pt x="1843" y="567"/>
                  <a:pt x="1843" y="520"/>
                  <a:pt x="1828" y="488"/>
                </a:cubicBezTo>
                <a:cubicBezTo>
                  <a:pt x="1339" y="488"/>
                  <a:pt x="1339" y="488"/>
                  <a:pt x="1339" y="488"/>
                </a:cubicBezTo>
                <a:cubicBezTo>
                  <a:pt x="1324" y="488"/>
                  <a:pt x="1292" y="457"/>
                  <a:pt x="1292" y="441"/>
                </a:cubicBezTo>
                <a:cubicBezTo>
                  <a:pt x="1292" y="409"/>
                  <a:pt x="1324" y="393"/>
                  <a:pt x="1339" y="393"/>
                </a:cubicBezTo>
                <a:cubicBezTo>
                  <a:pt x="1796" y="393"/>
                  <a:pt x="1796" y="393"/>
                  <a:pt x="1796" y="393"/>
                </a:cubicBezTo>
                <a:cubicBezTo>
                  <a:pt x="1686" y="157"/>
                  <a:pt x="1450" y="0"/>
                  <a:pt x="1181" y="0"/>
                </a:cubicBezTo>
                <a:cubicBezTo>
                  <a:pt x="898" y="0"/>
                  <a:pt x="662" y="157"/>
                  <a:pt x="551" y="393"/>
                </a:cubicBezTo>
                <a:cubicBezTo>
                  <a:pt x="1008" y="393"/>
                  <a:pt x="1008" y="393"/>
                  <a:pt x="1008" y="393"/>
                </a:cubicBezTo>
                <a:cubicBezTo>
                  <a:pt x="1040" y="393"/>
                  <a:pt x="1055" y="409"/>
                  <a:pt x="1055" y="441"/>
                </a:cubicBezTo>
                <a:cubicBezTo>
                  <a:pt x="1055" y="457"/>
                  <a:pt x="1040" y="488"/>
                  <a:pt x="1008" y="488"/>
                </a:cubicBezTo>
                <a:cubicBezTo>
                  <a:pt x="520" y="488"/>
                  <a:pt x="520" y="488"/>
                  <a:pt x="520" y="488"/>
                </a:cubicBezTo>
                <a:cubicBezTo>
                  <a:pt x="520" y="504"/>
                  <a:pt x="504" y="504"/>
                  <a:pt x="504" y="520"/>
                </a:cubicBezTo>
                <a:cubicBezTo>
                  <a:pt x="504" y="535"/>
                  <a:pt x="504" y="535"/>
                  <a:pt x="504" y="535"/>
                </a:cubicBezTo>
                <a:cubicBezTo>
                  <a:pt x="504" y="567"/>
                  <a:pt x="488" y="583"/>
                  <a:pt x="488" y="614"/>
                </a:cubicBezTo>
                <a:cubicBezTo>
                  <a:pt x="1008" y="614"/>
                  <a:pt x="1008" y="614"/>
                  <a:pt x="1008" y="614"/>
                </a:cubicBezTo>
                <a:cubicBezTo>
                  <a:pt x="1040" y="614"/>
                  <a:pt x="1055" y="630"/>
                  <a:pt x="1055" y="661"/>
                </a:cubicBezTo>
                <a:cubicBezTo>
                  <a:pt x="1055" y="677"/>
                  <a:pt x="1040" y="709"/>
                  <a:pt x="1008" y="709"/>
                </a:cubicBezTo>
                <a:cubicBezTo>
                  <a:pt x="488" y="709"/>
                  <a:pt x="488" y="709"/>
                  <a:pt x="488" y="709"/>
                </a:cubicBezTo>
                <a:lnTo>
                  <a:pt x="488" y="724"/>
                </a:lnTo>
                <a:cubicBezTo>
                  <a:pt x="488" y="835"/>
                  <a:pt x="488" y="835"/>
                  <a:pt x="488" y="835"/>
                </a:cubicBezTo>
                <a:cubicBezTo>
                  <a:pt x="1008" y="835"/>
                  <a:pt x="1008" y="835"/>
                  <a:pt x="1008" y="835"/>
                </a:cubicBezTo>
                <a:cubicBezTo>
                  <a:pt x="1040" y="835"/>
                  <a:pt x="1055" y="850"/>
                  <a:pt x="1055" y="882"/>
                </a:cubicBezTo>
                <a:cubicBezTo>
                  <a:pt x="1055" y="898"/>
                  <a:pt x="1040" y="913"/>
                  <a:pt x="1008" y="913"/>
                </a:cubicBezTo>
                <a:cubicBezTo>
                  <a:pt x="488" y="913"/>
                  <a:pt x="488" y="913"/>
                  <a:pt x="488" y="913"/>
                </a:cubicBezTo>
                <a:cubicBezTo>
                  <a:pt x="488" y="1055"/>
                  <a:pt x="488" y="1055"/>
                  <a:pt x="488" y="1055"/>
                </a:cubicBezTo>
                <a:cubicBezTo>
                  <a:pt x="1008" y="1055"/>
                  <a:pt x="1008" y="1055"/>
                  <a:pt x="1008" y="1055"/>
                </a:cubicBezTo>
                <a:cubicBezTo>
                  <a:pt x="1040" y="1055"/>
                  <a:pt x="1055" y="1071"/>
                  <a:pt x="1055" y="1087"/>
                </a:cubicBezTo>
                <a:cubicBezTo>
                  <a:pt x="1055" y="1118"/>
                  <a:pt x="1040" y="1134"/>
                  <a:pt x="1008" y="1134"/>
                </a:cubicBezTo>
                <a:cubicBezTo>
                  <a:pt x="488" y="1134"/>
                  <a:pt x="488" y="1134"/>
                  <a:pt x="488" y="1134"/>
                </a:cubicBezTo>
                <a:cubicBezTo>
                  <a:pt x="488" y="1465"/>
                  <a:pt x="488" y="1465"/>
                  <a:pt x="488" y="1465"/>
                </a:cubicBezTo>
                <a:cubicBezTo>
                  <a:pt x="1859" y="1465"/>
                  <a:pt x="1859" y="1465"/>
                  <a:pt x="1859" y="1465"/>
                </a:cubicBezTo>
                <a:cubicBezTo>
                  <a:pt x="1859" y="1134"/>
                  <a:pt x="1859" y="1134"/>
                  <a:pt x="1859" y="1134"/>
                </a:cubicBezTo>
                <a:cubicBezTo>
                  <a:pt x="1339" y="1134"/>
                  <a:pt x="1339" y="1134"/>
                  <a:pt x="1339" y="1134"/>
                </a:cubicBezTo>
                <a:cubicBezTo>
                  <a:pt x="1324" y="1134"/>
                  <a:pt x="1292" y="1118"/>
                  <a:pt x="1292" y="1087"/>
                </a:cubicBezTo>
                <a:cubicBezTo>
                  <a:pt x="1292" y="1071"/>
                  <a:pt x="1324" y="1055"/>
                  <a:pt x="1339" y="1055"/>
                </a:cubicBezTo>
                <a:cubicBezTo>
                  <a:pt x="1859" y="1055"/>
                  <a:pt x="1859" y="1055"/>
                  <a:pt x="1859" y="1055"/>
                </a:cubicBezTo>
                <a:cubicBezTo>
                  <a:pt x="1859" y="913"/>
                  <a:pt x="1859" y="913"/>
                  <a:pt x="1859" y="913"/>
                </a:cubicBezTo>
                <a:cubicBezTo>
                  <a:pt x="1339" y="913"/>
                  <a:pt x="1339" y="913"/>
                  <a:pt x="1339" y="913"/>
                </a:cubicBezTo>
                <a:cubicBezTo>
                  <a:pt x="1324" y="913"/>
                  <a:pt x="1292" y="898"/>
                  <a:pt x="1292" y="882"/>
                </a:cubicBezTo>
                <a:cubicBezTo>
                  <a:pt x="1292" y="850"/>
                  <a:pt x="1324" y="835"/>
                  <a:pt x="1339" y="835"/>
                </a:cubicBezTo>
                <a:cubicBezTo>
                  <a:pt x="1859" y="835"/>
                  <a:pt x="1859" y="835"/>
                  <a:pt x="1859" y="835"/>
                </a:cubicBezTo>
                <a:cubicBezTo>
                  <a:pt x="1859" y="709"/>
                  <a:pt x="1859" y="709"/>
                  <a:pt x="1859" y="709"/>
                </a:cubicBezTo>
                <a:lnTo>
                  <a:pt x="1339" y="70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572DE0-B8AA-7C4F-80CC-BB6BB2C6018B}"/>
              </a:ext>
            </a:extLst>
          </p:cNvPr>
          <p:cNvSpPr txBox="1"/>
          <p:nvPr userDrawn="1"/>
        </p:nvSpPr>
        <p:spPr>
          <a:xfrm>
            <a:off x="2771109" y="3493946"/>
            <a:ext cx="8539559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The information included in this presentation </a:t>
            </a:r>
            <a:b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may be shared on other platforms.</a:t>
            </a:r>
          </a:p>
        </p:txBody>
      </p:sp>
      <p:sp>
        <p:nvSpPr>
          <p:cNvPr id="5" name="Picture 28">
            <a:extLst>
              <a:ext uri="{FF2B5EF4-FFF2-40B4-BE49-F238E27FC236}">
                <a16:creationId xmlns:a16="http://schemas.microsoft.com/office/drawing/2014/main" id="{257FF6DB-95B9-ED88-CD30-084502F0CF1E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1E436390-1396-F285-95B7-006D5820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FBA684B8-5E5B-B8DB-118B-04F643D7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2D4753-E27D-21A5-3CFA-D81717C9A6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24D1D7B0-7318-BF93-3A2F-812228DF6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F0D8528-3136-A7DC-7F6F-787E339052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POLICIES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CDED03-8AED-D4D4-C765-D84ECF2B4745}"/>
              </a:ext>
            </a:extLst>
          </p:cNvPr>
          <p:cNvSpPr txBox="1"/>
          <p:nvPr userDrawn="1"/>
        </p:nvSpPr>
        <p:spPr>
          <a:xfrm>
            <a:off x="584200" y="0"/>
            <a:ext cx="11303000" cy="1511300"/>
          </a:xfrm>
          <a:prstGeom prst="rect">
            <a:avLst/>
          </a:prstGeom>
        </p:spPr>
        <p:txBody>
          <a:bodyPr vert="horz" wrap="square" lIns="0" tIns="0" rIns="0" bIns="0" numCol="1" rtlCol="0">
            <a:noAutofit/>
          </a:bodyPr>
          <a:lstStyle/>
          <a:p>
            <a:pPr algn="l">
              <a:lnSpc>
                <a:spcPts val="3000"/>
              </a:lnSpc>
              <a:spcAft>
                <a:spcPts val="500"/>
              </a:spcAft>
            </a:pPr>
            <a:endParaRPr lang="en-US" sz="2400" spc="5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DB2A778-4577-CA49-B596-4B15FBE54B43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FE6737A-FE74-D731-49E1-C45A1CCBC1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363A5F7-39CC-6BD5-32CD-31654020CA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28C0F8F-9717-0770-EC77-621A1A222C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940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093DDBD8-4B31-047E-B762-9A4B446A36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2784556" y="1819550"/>
            <a:ext cx="840156" cy="660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074C4A5-0CC3-AB80-675E-74ABD6076FDE}"/>
              </a:ext>
            </a:extLst>
          </p:cNvPr>
          <p:cNvGrpSpPr/>
          <p:nvPr userDrawn="1"/>
        </p:nvGrpSpPr>
        <p:grpSpPr>
          <a:xfrm>
            <a:off x="2941963" y="3823809"/>
            <a:ext cx="654412" cy="654412"/>
            <a:chOff x="7247386" y="-28057"/>
            <a:chExt cx="652462" cy="65246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460FB27-3707-FFED-53A7-8A638C5E2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8998" y="106880"/>
              <a:ext cx="247650" cy="247650"/>
            </a:xfrm>
            <a:custGeom>
              <a:avLst/>
              <a:gdLst>
                <a:gd name="T0" fmla="*/ 344 w 688"/>
                <a:gd name="T1" fmla="*/ 686 h 687"/>
                <a:gd name="T2" fmla="*/ 344 w 688"/>
                <a:gd name="T3" fmla="*/ 686 h 687"/>
                <a:gd name="T4" fmla="*/ 687 w 688"/>
                <a:gd name="T5" fmla="*/ 344 h 687"/>
                <a:gd name="T6" fmla="*/ 344 w 688"/>
                <a:gd name="T7" fmla="*/ 0 h 687"/>
                <a:gd name="T8" fmla="*/ 0 w 688"/>
                <a:gd name="T9" fmla="*/ 344 h 687"/>
                <a:gd name="T10" fmla="*/ 344 w 688"/>
                <a:gd name="T11" fmla="*/ 686 h 687"/>
                <a:gd name="T12" fmla="*/ 188 w 688"/>
                <a:gd name="T13" fmla="*/ 344 h 687"/>
                <a:gd name="T14" fmla="*/ 188 w 688"/>
                <a:gd name="T15" fmla="*/ 344 h 687"/>
                <a:gd name="T16" fmla="*/ 188 w 688"/>
                <a:gd name="T17" fmla="*/ 156 h 687"/>
                <a:gd name="T18" fmla="*/ 499 w 688"/>
                <a:gd name="T19" fmla="*/ 344 h 687"/>
                <a:gd name="T20" fmla="*/ 188 w 688"/>
                <a:gd name="T21" fmla="*/ 531 h 687"/>
                <a:gd name="T22" fmla="*/ 188 w 688"/>
                <a:gd name="T23" fmla="*/ 344 h 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88" h="687">
                  <a:moveTo>
                    <a:pt x="344" y="686"/>
                  </a:moveTo>
                  <a:lnTo>
                    <a:pt x="344" y="686"/>
                  </a:lnTo>
                  <a:cubicBezTo>
                    <a:pt x="531" y="686"/>
                    <a:pt x="687" y="531"/>
                    <a:pt x="687" y="344"/>
                  </a:cubicBezTo>
                  <a:cubicBezTo>
                    <a:pt x="687" y="156"/>
                    <a:pt x="531" y="0"/>
                    <a:pt x="344" y="0"/>
                  </a:cubicBezTo>
                  <a:cubicBezTo>
                    <a:pt x="157" y="0"/>
                    <a:pt x="0" y="156"/>
                    <a:pt x="0" y="344"/>
                  </a:cubicBezTo>
                  <a:cubicBezTo>
                    <a:pt x="0" y="531"/>
                    <a:pt x="157" y="686"/>
                    <a:pt x="344" y="686"/>
                  </a:cubicBezTo>
                  <a:close/>
                  <a:moveTo>
                    <a:pt x="188" y="344"/>
                  </a:moveTo>
                  <a:lnTo>
                    <a:pt x="188" y="344"/>
                  </a:lnTo>
                  <a:cubicBezTo>
                    <a:pt x="188" y="156"/>
                    <a:pt x="188" y="156"/>
                    <a:pt x="188" y="156"/>
                  </a:cubicBezTo>
                  <a:cubicBezTo>
                    <a:pt x="499" y="344"/>
                    <a:pt x="499" y="344"/>
                    <a:pt x="499" y="344"/>
                  </a:cubicBezTo>
                  <a:cubicBezTo>
                    <a:pt x="188" y="531"/>
                    <a:pt x="188" y="531"/>
                    <a:pt x="188" y="531"/>
                  </a:cubicBezTo>
                  <a:lnTo>
                    <a:pt x="188" y="344"/>
                  </a:lnTo>
                  <a:close/>
                </a:path>
              </a:pathLst>
            </a:custGeom>
            <a:solidFill>
              <a:srgbClr val="4925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7CD4668-3FCB-0823-CA38-AD5672F9B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1836" y="545030"/>
              <a:ext cx="180975" cy="22225"/>
            </a:xfrm>
            <a:custGeom>
              <a:avLst/>
              <a:gdLst>
                <a:gd name="T0" fmla="*/ 31 w 501"/>
                <a:gd name="T1" fmla="*/ 0 h 63"/>
                <a:gd name="T2" fmla="*/ 31 w 501"/>
                <a:gd name="T3" fmla="*/ 0 h 63"/>
                <a:gd name="T4" fmla="*/ 0 w 501"/>
                <a:gd name="T5" fmla="*/ 31 h 63"/>
                <a:gd name="T6" fmla="*/ 31 w 501"/>
                <a:gd name="T7" fmla="*/ 62 h 63"/>
                <a:gd name="T8" fmla="*/ 500 w 501"/>
                <a:gd name="T9" fmla="*/ 62 h 63"/>
                <a:gd name="T10" fmla="*/ 500 w 501"/>
                <a:gd name="T11" fmla="*/ 31 h 63"/>
                <a:gd name="T12" fmla="*/ 500 w 501"/>
                <a:gd name="T13" fmla="*/ 0 h 63"/>
                <a:gd name="T14" fmla="*/ 31 w 50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1" h="63">
                  <a:moveTo>
                    <a:pt x="31" y="0"/>
                  </a:moveTo>
                  <a:lnTo>
                    <a:pt x="31" y="0"/>
                  </a:lnTo>
                  <a:lnTo>
                    <a:pt x="0" y="31"/>
                  </a:lnTo>
                  <a:cubicBezTo>
                    <a:pt x="0" y="62"/>
                    <a:pt x="31" y="62"/>
                    <a:pt x="31" y="62"/>
                  </a:cubicBezTo>
                  <a:cubicBezTo>
                    <a:pt x="500" y="62"/>
                    <a:pt x="500" y="62"/>
                    <a:pt x="500" y="62"/>
                  </a:cubicBezTo>
                  <a:cubicBezTo>
                    <a:pt x="500" y="62"/>
                    <a:pt x="500" y="62"/>
                    <a:pt x="500" y="31"/>
                  </a:cubicBezTo>
                  <a:lnTo>
                    <a:pt x="500" y="0"/>
                  </a:lnTo>
                  <a:lnTo>
                    <a:pt x="31" y="0"/>
                  </a:lnTo>
                </a:path>
              </a:pathLst>
            </a:custGeom>
            <a:solidFill>
              <a:srgbClr val="4925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E31EB9B-8CE9-1E6E-C5E4-5AE902C0A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7386" y="-28057"/>
              <a:ext cx="652462" cy="652462"/>
            </a:xfrm>
            <a:custGeom>
              <a:avLst/>
              <a:gdLst>
                <a:gd name="T0" fmla="*/ 1718 w 1812"/>
                <a:gd name="T1" fmla="*/ 0 h 1812"/>
                <a:gd name="T2" fmla="*/ 1718 w 1812"/>
                <a:gd name="T3" fmla="*/ 0 h 1812"/>
                <a:gd name="T4" fmla="*/ 94 w 1812"/>
                <a:gd name="T5" fmla="*/ 0 h 1812"/>
                <a:gd name="T6" fmla="*/ 0 w 1812"/>
                <a:gd name="T7" fmla="*/ 94 h 1812"/>
                <a:gd name="T8" fmla="*/ 0 w 1812"/>
                <a:gd name="T9" fmla="*/ 1718 h 1812"/>
                <a:gd name="T10" fmla="*/ 94 w 1812"/>
                <a:gd name="T11" fmla="*/ 1811 h 1812"/>
                <a:gd name="T12" fmla="*/ 1718 w 1812"/>
                <a:gd name="T13" fmla="*/ 1811 h 1812"/>
                <a:gd name="T14" fmla="*/ 1811 w 1812"/>
                <a:gd name="T15" fmla="*/ 1718 h 1812"/>
                <a:gd name="T16" fmla="*/ 1811 w 1812"/>
                <a:gd name="T17" fmla="*/ 94 h 1812"/>
                <a:gd name="T18" fmla="*/ 1718 w 1812"/>
                <a:gd name="T19" fmla="*/ 0 h 1812"/>
                <a:gd name="T20" fmla="*/ 125 w 1812"/>
                <a:gd name="T21" fmla="*/ 187 h 1812"/>
                <a:gd name="T22" fmla="*/ 125 w 1812"/>
                <a:gd name="T23" fmla="*/ 187 h 1812"/>
                <a:gd name="T24" fmla="*/ 187 w 1812"/>
                <a:gd name="T25" fmla="*/ 125 h 1812"/>
                <a:gd name="T26" fmla="*/ 1624 w 1812"/>
                <a:gd name="T27" fmla="*/ 125 h 1812"/>
                <a:gd name="T28" fmla="*/ 1686 w 1812"/>
                <a:gd name="T29" fmla="*/ 187 h 1812"/>
                <a:gd name="T30" fmla="*/ 1686 w 1812"/>
                <a:gd name="T31" fmla="*/ 1280 h 1812"/>
                <a:gd name="T32" fmla="*/ 1624 w 1812"/>
                <a:gd name="T33" fmla="*/ 1342 h 1812"/>
                <a:gd name="T34" fmla="*/ 187 w 1812"/>
                <a:gd name="T35" fmla="*/ 1342 h 1812"/>
                <a:gd name="T36" fmla="*/ 125 w 1812"/>
                <a:gd name="T37" fmla="*/ 1280 h 1812"/>
                <a:gd name="T38" fmla="*/ 125 w 1812"/>
                <a:gd name="T39" fmla="*/ 187 h 1812"/>
                <a:gd name="T40" fmla="*/ 1686 w 1812"/>
                <a:gd name="T41" fmla="*/ 1655 h 1812"/>
                <a:gd name="T42" fmla="*/ 1686 w 1812"/>
                <a:gd name="T43" fmla="*/ 1655 h 1812"/>
                <a:gd name="T44" fmla="*/ 844 w 1812"/>
                <a:gd name="T45" fmla="*/ 1655 h 1812"/>
                <a:gd name="T46" fmla="*/ 750 w 1812"/>
                <a:gd name="T47" fmla="*/ 1749 h 1812"/>
                <a:gd name="T48" fmla="*/ 656 w 1812"/>
                <a:gd name="T49" fmla="*/ 1718 h 1812"/>
                <a:gd name="T50" fmla="*/ 156 w 1812"/>
                <a:gd name="T51" fmla="*/ 1718 h 1812"/>
                <a:gd name="T52" fmla="*/ 94 w 1812"/>
                <a:gd name="T53" fmla="*/ 1624 h 1812"/>
                <a:gd name="T54" fmla="*/ 156 w 1812"/>
                <a:gd name="T55" fmla="*/ 1561 h 1812"/>
                <a:gd name="T56" fmla="*/ 656 w 1812"/>
                <a:gd name="T57" fmla="*/ 1561 h 1812"/>
                <a:gd name="T58" fmla="*/ 750 w 1812"/>
                <a:gd name="T59" fmla="*/ 1530 h 1812"/>
                <a:gd name="T60" fmla="*/ 844 w 1812"/>
                <a:gd name="T61" fmla="*/ 1593 h 1812"/>
                <a:gd name="T62" fmla="*/ 1686 w 1812"/>
                <a:gd name="T63" fmla="*/ 1593 h 1812"/>
                <a:gd name="T64" fmla="*/ 1718 w 1812"/>
                <a:gd name="T65" fmla="*/ 1624 h 1812"/>
                <a:gd name="T66" fmla="*/ 1686 w 1812"/>
                <a:gd name="T67" fmla="*/ 1655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12" h="1812">
                  <a:moveTo>
                    <a:pt x="1718" y="0"/>
                  </a:moveTo>
                  <a:lnTo>
                    <a:pt x="1718" y="0"/>
                  </a:lnTo>
                  <a:cubicBezTo>
                    <a:pt x="94" y="0"/>
                    <a:pt x="94" y="0"/>
                    <a:pt x="94" y="0"/>
                  </a:cubicBezTo>
                  <a:cubicBezTo>
                    <a:pt x="31" y="0"/>
                    <a:pt x="0" y="31"/>
                    <a:pt x="0" y="94"/>
                  </a:cubicBezTo>
                  <a:cubicBezTo>
                    <a:pt x="0" y="1718"/>
                    <a:pt x="0" y="1718"/>
                    <a:pt x="0" y="1718"/>
                  </a:cubicBezTo>
                  <a:cubicBezTo>
                    <a:pt x="0" y="1780"/>
                    <a:pt x="31" y="1811"/>
                    <a:pt x="94" y="1811"/>
                  </a:cubicBezTo>
                  <a:cubicBezTo>
                    <a:pt x="1718" y="1811"/>
                    <a:pt x="1718" y="1811"/>
                    <a:pt x="1718" y="1811"/>
                  </a:cubicBezTo>
                  <a:cubicBezTo>
                    <a:pt x="1780" y="1811"/>
                    <a:pt x="1811" y="1780"/>
                    <a:pt x="1811" y="1718"/>
                  </a:cubicBezTo>
                  <a:cubicBezTo>
                    <a:pt x="1811" y="94"/>
                    <a:pt x="1811" y="94"/>
                    <a:pt x="1811" y="94"/>
                  </a:cubicBezTo>
                  <a:cubicBezTo>
                    <a:pt x="1811" y="31"/>
                    <a:pt x="1780" y="0"/>
                    <a:pt x="1718" y="0"/>
                  </a:cubicBezTo>
                  <a:close/>
                  <a:moveTo>
                    <a:pt x="125" y="187"/>
                  </a:moveTo>
                  <a:lnTo>
                    <a:pt x="125" y="187"/>
                  </a:lnTo>
                  <a:cubicBezTo>
                    <a:pt x="125" y="156"/>
                    <a:pt x="156" y="125"/>
                    <a:pt x="187" y="125"/>
                  </a:cubicBezTo>
                  <a:cubicBezTo>
                    <a:pt x="1624" y="125"/>
                    <a:pt x="1624" y="125"/>
                    <a:pt x="1624" y="125"/>
                  </a:cubicBezTo>
                  <a:cubicBezTo>
                    <a:pt x="1655" y="125"/>
                    <a:pt x="1686" y="156"/>
                    <a:pt x="1686" y="187"/>
                  </a:cubicBezTo>
                  <a:cubicBezTo>
                    <a:pt x="1686" y="1280"/>
                    <a:pt x="1686" y="1280"/>
                    <a:pt x="1686" y="1280"/>
                  </a:cubicBezTo>
                  <a:cubicBezTo>
                    <a:pt x="1686" y="1311"/>
                    <a:pt x="1655" y="1342"/>
                    <a:pt x="1624" y="1342"/>
                  </a:cubicBezTo>
                  <a:cubicBezTo>
                    <a:pt x="187" y="1342"/>
                    <a:pt x="187" y="1342"/>
                    <a:pt x="187" y="1342"/>
                  </a:cubicBezTo>
                  <a:cubicBezTo>
                    <a:pt x="156" y="1342"/>
                    <a:pt x="125" y="1311"/>
                    <a:pt x="125" y="1280"/>
                  </a:cubicBezTo>
                  <a:lnTo>
                    <a:pt x="125" y="187"/>
                  </a:lnTo>
                  <a:close/>
                  <a:moveTo>
                    <a:pt x="1686" y="1655"/>
                  </a:moveTo>
                  <a:lnTo>
                    <a:pt x="1686" y="1655"/>
                  </a:lnTo>
                  <a:cubicBezTo>
                    <a:pt x="844" y="1655"/>
                    <a:pt x="844" y="1655"/>
                    <a:pt x="844" y="1655"/>
                  </a:cubicBezTo>
                  <a:cubicBezTo>
                    <a:pt x="812" y="1718"/>
                    <a:pt x="781" y="1749"/>
                    <a:pt x="750" y="1749"/>
                  </a:cubicBezTo>
                  <a:cubicBezTo>
                    <a:pt x="719" y="1749"/>
                    <a:pt x="687" y="1718"/>
                    <a:pt x="656" y="1718"/>
                  </a:cubicBezTo>
                  <a:cubicBezTo>
                    <a:pt x="156" y="1718"/>
                    <a:pt x="156" y="1718"/>
                    <a:pt x="156" y="1718"/>
                  </a:cubicBezTo>
                  <a:cubicBezTo>
                    <a:pt x="125" y="1718"/>
                    <a:pt x="94" y="1655"/>
                    <a:pt x="94" y="1624"/>
                  </a:cubicBezTo>
                  <a:cubicBezTo>
                    <a:pt x="94" y="1593"/>
                    <a:pt x="125" y="1561"/>
                    <a:pt x="156" y="1561"/>
                  </a:cubicBezTo>
                  <a:cubicBezTo>
                    <a:pt x="656" y="1561"/>
                    <a:pt x="656" y="1561"/>
                    <a:pt x="656" y="1561"/>
                  </a:cubicBezTo>
                  <a:cubicBezTo>
                    <a:pt x="687" y="1530"/>
                    <a:pt x="719" y="1530"/>
                    <a:pt x="750" y="1530"/>
                  </a:cubicBezTo>
                  <a:cubicBezTo>
                    <a:pt x="781" y="1530"/>
                    <a:pt x="812" y="1561"/>
                    <a:pt x="844" y="1593"/>
                  </a:cubicBezTo>
                  <a:cubicBezTo>
                    <a:pt x="1686" y="1593"/>
                    <a:pt x="1686" y="1593"/>
                    <a:pt x="1686" y="1593"/>
                  </a:cubicBezTo>
                  <a:lnTo>
                    <a:pt x="1718" y="1624"/>
                  </a:lnTo>
                  <a:cubicBezTo>
                    <a:pt x="1718" y="1655"/>
                    <a:pt x="1686" y="1655"/>
                    <a:pt x="1686" y="165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3D8B00C-36C4-553B-F10B-DDAEBFADC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2336" y="533918"/>
              <a:ext cx="57150" cy="57150"/>
            </a:xfrm>
            <a:custGeom>
              <a:avLst/>
              <a:gdLst>
                <a:gd name="T0" fmla="*/ 94 w 157"/>
                <a:gd name="T1" fmla="*/ 0 h 158"/>
                <a:gd name="T2" fmla="*/ 94 w 157"/>
                <a:gd name="T3" fmla="*/ 0 h 158"/>
                <a:gd name="T4" fmla="*/ 0 w 157"/>
                <a:gd name="T5" fmla="*/ 63 h 158"/>
                <a:gd name="T6" fmla="*/ 94 w 157"/>
                <a:gd name="T7" fmla="*/ 157 h 158"/>
                <a:gd name="T8" fmla="*/ 156 w 157"/>
                <a:gd name="T9" fmla="*/ 63 h 158"/>
                <a:gd name="T10" fmla="*/ 94 w 157"/>
                <a:gd name="T11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7" h="158">
                  <a:moveTo>
                    <a:pt x="94" y="0"/>
                  </a:moveTo>
                  <a:lnTo>
                    <a:pt x="94" y="0"/>
                  </a:lnTo>
                  <a:cubicBezTo>
                    <a:pt x="31" y="0"/>
                    <a:pt x="0" y="32"/>
                    <a:pt x="0" y="63"/>
                  </a:cubicBezTo>
                  <a:cubicBezTo>
                    <a:pt x="0" y="125"/>
                    <a:pt x="31" y="157"/>
                    <a:pt x="94" y="157"/>
                  </a:cubicBezTo>
                  <a:cubicBezTo>
                    <a:pt x="125" y="157"/>
                    <a:pt x="156" y="125"/>
                    <a:pt x="156" y="63"/>
                  </a:cubicBezTo>
                  <a:cubicBezTo>
                    <a:pt x="156" y="32"/>
                    <a:pt x="125" y="0"/>
                    <a:pt x="94" y="0"/>
                  </a:cubicBezTo>
                </a:path>
              </a:pathLst>
            </a:custGeom>
            <a:solidFill>
              <a:srgbClr val="4925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82B01F8-6059-2E87-C321-BAD6DE726BC4}"/>
              </a:ext>
            </a:extLst>
          </p:cNvPr>
          <p:cNvGrpSpPr/>
          <p:nvPr userDrawn="1"/>
        </p:nvGrpSpPr>
        <p:grpSpPr>
          <a:xfrm>
            <a:off x="2784556" y="3649770"/>
            <a:ext cx="990716" cy="990716"/>
            <a:chOff x="259678" y="2641243"/>
            <a:chExt cx="743037" cy="743037"/>
          </a:xfrm>
          <a:solidFill>
            <a:schemeClr val="accent2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331C6179-F081-420D-9BFB-F9478CC0F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78" y="2641243"/>
              <a:ext cx="743037" cy="743037"/>
            </a:xfrm>
            <a:custGeom>
              <a:avLst/>
              <a:gdLst>
                <a:gd name="T0" fmla="*/ 906 w 1812"/>
                <a:gd name="T1" fmla="*/ 219 h 1812"/>
                <a:gd name="T2" fmla="*/ 1593 w 1812"/>
                <a:gd name="T3" fmla="*/ 906 h 1812"/>
                <a:gd name="T4" fmla="*/ 906 w 1812"/>
                <a:gd name="T5" fmla="*/ 1593 h 1812"/>
                <a:gd name="T6" fmla="*/ 219 w 1812"/>
                <a:gd name="T7" fmla="*/ 906 h 1812"/>
                <a:gd name="T8" fmla="*/ 906 w 1812"/>
                <a:gd name="T9" fmla="*/ 219 h 1812"/>
                <a:gd name="T10" fmla="*/ 906 w 1812"/>
                <a:gd name="T11" fmla="*/ 0 h 1812"/>
                <a:gd name="T12" fmla="*/ 0 w 1812"/>
                <a:gd name="T13" fmla="*/ 906 h 1812"/>
                <a:gd name="T14" fmla="*/ 906 w 1812"/>
                <a:gd name="T15" fmla="*/ 1811 h 1812"/>
                <a:gd name="T16" fmla="*/ 1811 w 1812"/>
                <a:gd name="T17" fmla="*/ 906 h 1812"/>
                <a:gd name="T18" fmla="*/ 906 w 1812"/>
                <a:gd name="T19" fmla="*/ 0 h 1812"/>
                <a:gd name="T20" fmla="*/ 906 w 1812"/>
                <a:gd name="T21" fmla="*/ 219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2" h="1812">
                  <a:moveTo>
                    <a:pt x="906" y="219"/>
                  </a:moveTo>
                  <a:cubicBezTo>
                    <a:pt x="1280" y="219"/>
                    <a:pt x="1593" y="531"/>
                    <a:pt x="1593" y="906"/>
                  </a:cubicBezTo>
                  <a:cubicBezTo>
                    <a:pt x="1593" y="1280"/>
                    <a:pt x="1280" y="1593"/>
                    <a:pt x="906" y="1593"/>
                  </a:cubicBezTo>
                  <a:cubicBezTo>
                    <a:pt x="531" y="1593"/>
                    <a:pt x="219" y="1280"/>
                    <a:pt x="219" y="906"/>
                  </a:cubicBezTo>
                  <a:cubicBezTo>
                    <a:pt x="219" y="531"/>
                    <a:pt x="531" y="219"/>
                    <a:pt x="906" y="219"/>
                  </a:cubicBezTo>
                  <a:lnTo>
                    <a:pt x="906" y="0"/>
                  </a:lnTo>
                  <a:cubicBezTo>
                    <a:pt x="406" y="0"/>
                    <a:pt x="0" y="406"/>
                    <a:pt x="0" y="906"/>
                  </a:cubicBezTo>
                  <a:cubicBezTo>
                    <a:pt x="0" y="1405"/>
                    <a:pt x="406" y="1811"/>
                    <a:pt x="906" y="1811"/>
                  </a:cubicBezTo>
                  <a:cubicBezTo>
                    <a:pt x="1405" y="1811"/>
                    <a:pt x="1811" y="1405"/>
                    <a:pt x="1811" y="906"/>
                  </a:cubicBezTo>
                  <a:cubicBezTo>
                    <a:pt x="1811" y="406"/>
                    <a:pt x="1405" y="0"/>
                    <a:pt x="906" y="0"/>
                  </a:cubicBezTo>
                  <a:lnTo>
                    <a:pt x="906" y="21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 dirty="0"/>
            </a:p>
          </p:txBody>
        </p:sp>
        <p:sp>
          <p:nvSpPr>
            <p:cNvPr id="26" name="Line 2">
              <a:extLst>
                <a:ext uri="{FF2B5EF4-FFF2-40B4-BE49-F238E27FC236}">
                  <a16:creationId xmlns:a16="http://schemas.microsoft.com/office/drawing/2014/main" id="{C4C7CC04-337C-CC6C-F611-4D73A5DEE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33" y="2769121"/>
              <a:ext cx="490809" cy="499829"/>
            </a:xfrm>
            <a:prstGeom prst="line">
              <a:avLst/>
            </a:prstGeom>
            <a:grpFill/>
            <a:ln w="78840" cap="flat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 dirty="0"/>
            </a:p>
          </p:txBody>
        </p:sp>
      </p:grpSp>
      <p:sp>
        <p:nvSpPr>
          <p:cNvPr id="27" name="Freeform 1">
            <a:extLst>
              <a:ext uri="{FF2B5EF4-FFF2-40B4-BE49-F238E27FC236}">
                <a16:creationId xmlns:a16="http://schemas.microsoft.com/office/drawing/2014/main" id="{A3E352C3-13A7-91A2-92FC-4220A0CD4D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51585" y="3849893"/>
            <a:ext cx="404832" cy="627793"/>
          </a:xfrm>
          <a:custGeom>
            <a:avLst/>
            <a:gdLst>
              <a:gd name="T0" fmla="*/ 1859 w 2348"/>
              <a:gd name="T1" fmla="*/ 1701 h 3640"/>
              <a:gd name="T2" fmla="*/ 488 w 2348"/>
              <a:gd name="T3" fmla="*/ 1560 h 3640"/>
              <a:gd name="T4" fmla="*/ 1859 w 2348"/>
              <a:gd name="T5" fmla="*/ 1701 h 3640"/>
              <a:gd name="T6" fmla="*/ 2253 w 2348"/>
              <a:gd name="T7" fmla="*/ 1417 h 3640"/>
              <a:gd name="T8" fmla="*/ 2347 w 2348"/>
              <a:gd name="T9" fmla="*/ 1606 h 3640"/>
              <a:gd name="T10" fmla="*/ 2253 w 2348"/>
              <a:gd name="T11" fmla="*/ 1417 h 3640"/>
              <a:gd name="T12" fmla="*/ 1985 w 2348"/>
              <a:gd name="T13" fmla="*/ 1417 h 3640"/>
              <a:gd name="T14" fmla="*/ 1891 w 2348"/>
              <a:gd name="T15" fmla="*/ 1606 h 3640"/>
              <a:gd name="T16" fmla="*/ 1985 w 2348"/>
              <a:gd name="T17" fmla="*/ 1417 h 3640"/>
              <a:gd name="T18" fmla="*/ 457 w 2348"/>
              <a:gd name="T19" fmla="*/ 1417 h 3640"/>
              <a:gd name="T20" fmla="*/ 362 w 2348"/>
              <a:gd name="T21" fmla="*/ 1606 h 3640"/>
              <a:gd name="T22" fmla="*/ 457 w 2348"/>
              <a:gd name="T23" fmla="*/ 1417 h 3640"/>
              <a:gd name="T24" fmla="*/ 2111 w 2348"/>
              <a:gd name="T25" fmla="*/ 1260 h 3640"/>
              <a:gd name="T26" fmla="*/ 2017 w 2348"/>
              <a:gd name="T27" fmla="*/ 2095 h 3640"/>
              <a:gd name="T28" fmla="*/ 1229 w 2348"/>
              <a:gd name="T29" fmla="*/ 2898 h 3640"/>
              <a:gd name="T30" fmla="*/ 331 w 2348"/>
              <a:gd name="T31" fmla="*/ 2174 h 3640"/>
              <a:gd name="T32" fmla="*/ 331 w 2348"/>
              <a:gd name="T33" fmla="*/ 1323 h 3640"/>
              <a:gd name="T34" fmla="*/ 126 w 2348"/>
              <a:gd name="T35" fmla="*/ 1323 h 3640"/>
              <a:gd name="T36" fmla="*/ 142 w 2348"/>
              <a:gd name="T37" fmla="*/ 2237 h 3640"/>
              <a:gd name="T38" fmla="*/ 1055 w 2348"/>
              <a:gd name="T39" fmla="*/ 3371 h 3640"/>
              <a:gd name="T40" fmla="*/ 378 w 2348"/>
              <a:gd name="T41" fmla="*/ 3639 h 3640"/>
              <a:gd name="T42" fmla="*/ 1780 w 2348"/>
              <a:gd name="T43" fmla="*/ 3371 h 3640"/>
              <a:gd name="T44" fmla="*/ 1307 w 2348"/>
              <a:gd name="T45" fmla="*/ 3087 h 3640"/>
              <a:gd name="T46" fmla="*/ 2221 w 2348"/>
              <a:gd name="T47" fmla="*/ 2095 h 3640"/>
              <a:gd name="T48" fmla="*/ 2111 w 2348"/>
              <a:gd name="T49" fmla="*/ 1260 h 3640"/>
              <a:gd name="T50" fmla="*/ 0 w 2348"/>
              <a:gd name="T51" fmla="*/ 1606 h 3640"/>
              <a:gd name="T52" fmla="*/ 95 w 2348"/>
              <a:gd name="T53" fmla="*/ 1417 h 3640"/>
              <a:gd name="T54" fmla="*/ 0 w 2348"/>
              <a:gd name="T55" fmla="*/ 1606 h 3640"/>
              <a:gd name="T56" fmla="*/ 488 w 2348"/>
              <a:gd name="T57" fmla="*/ 2095 h 3640"/>
              <a:gd name="T58" fmla="*/ 1229 w 2348"/>
              <a:gd name="T59" fmla="*/ 2725 h 3640"/>
              <a:gd name="T60" fmla="*/ 1859 w 2348"/>
              <a:gd name="T61" fmla="*/ 1795 h 3640"/>
              <a:gd name="T62" fmla="*/ 488 w 2348"/>
              <a:gd name="T63" fmla="*/ 2095 h 3640"/>
              <a:gd name="T64" fmla="*/ 1339 w 2348"/>
              <a:gd name="T65" fmla="*/ 709 h 3640"/>
              <a:gd name="T66" fmla="*/ 1339 w 2348"/>
              <a:gd name="T67" fmla="*/ 614 h 3640"/>
              <a:gd name="T68" fmla="*/ 1828 w 2348"/>
              <a:gd name="T69" fmla="*/ 488 h 3640"/>
              <a:gd name="T70" fmla="*/ 1292 w 2348"/>
              <a:gd name="T71" fmla="*/ 441 h 3640"/>
              <a:gd name="T72" fmla="*/ 1796 w 2348"/>
              <a:gd name="T73" fmla="*/ 393 h 3640"/>
              <a:gd name="T74" fmla="*/ 551 w 2348"/>
              <a:gd name="T75" fmla="*/ 393 h 3640"/>
              <a:gd name="T76" fmla="*/ 1055 w 2348"/>
              <a:gd name="T77" fmla="*/ 441 h 3640"/>
              <a:gd name="T78" fmla="*/ 520 w 2348"/>
              <a:gd name="T79" fmla="*/ 488 h 3640"/>
              <a:gd name="T80" fmla="*/ 504 w 2348"/>
              <a:gd name="T81" fmla="*/ 535 h 3640"/>
              <a:gd name="T82" fmla="*/ 1008 w 2348"/>
              <a:gd name="T83" fmla="*/ 614 h 3640"/>
              <a:gd name="T84" fmla="*/ 1008 w 2348"/>
              <a:gd name="T85" fmla="*/ 709 h 3640"/>
              <a:gd name="T86" fmla="*/ 488 w 2348"/>
              <a:gd name="T87" fmla="*/ 724 h 3640"/>
              <a:gd name="T88" fmla="*/ 1008 w 2348"/>
              <a:gd name="T89" fmla="*/ 835 h 3640"/>
              <a:gd name="T90" fmla="*/ 1008 w 2348"/>
              <a:gd name="T91" fmla="*/ 913 h 3640"/>
              <a:gd name="T92" fmla="*/ 488 w 2348"/>
              <a:gd name="T93" fmla="*/ 1055 h 3640"/>
              <a:gd name="T94" fmla="*/ 1055 w 2348"/>
              <a:gd name="T95" fmla="*/ 1087 h 3640"/>
              <a:gd name="T96" fmla="*/ 488 w 2348"/>
              <a:gd name="T97" fmla="*/ 1134 h 3640"/>
              <a:gd name="T98" fmla="*/ 1859 w 2348"/>
              <a:gd name="T99" fmla="*/ 1465 h 3640"/>
              <a:gd name="T100" fmla="*/ 1339 w 2348"/>
              <a:gd name="T101" fmla="*/ 1134 h 3640"/>
              <a:gd name="T102" fmla="*/ 1339 w 2348"/>
              <a:gd name="T103" fmla="*/ 1055 h 3640"/>
              <a:gd name="T104" fmla="*/ 1859 w 2348"/>
              <a:gd name="T105" fmla="*/ 913 h 3640"/>
              <a:gd name="T106" fmla="*/ 1292 w 2348"/>
              <a:gd name="T107" fmla="*/ 882 h 3640"/>
              <a:gd name="T108" fmla="*/ 1859 w 2348"/>
              <a:gd name="T109" fmla="*/ 835 h 3640"/>
              <a:gd name="T110" fmla="*/ 1339 w 2348"/>
              <a:gd name="T111" fmla="*/ 709 h 3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348" h="3640">
                <a:moveTo>
                  <a:pt x="1859" y="1701"/>
                </a:moveTo>
                <a:lnTo>
                  <a:pt x="1859" y="1701"/>
                </a:lnTo>
                <a:cubicBezTo>
                  <a:pt x="488" y="1701"/>
                  <a:pt x="488" y="1701"/>
                  <a:pt x="488" y="1701"/>
                </a:cubicBezTo>
                <a:cubicBezTo>
                  <a:pt x="488" y="1560"/>
                  <a:pt x="488" y="1560"/>
                  <a:pt x="488" y="1560"/>
                </a:cubicBezTo>
                <a:cubicBezTo>
                  <a:pt x="1859" y="1560"/>
                  <a:pt x="1859" y="1560"/>
                  <a:pt x="1859" y="1560"/>
                </a:cubicBezTo>
                <a:lnTo>
                  <a:pt x="1859" y="1701"/>
                </a:lnTo>
                <a:close/>
                <a:moveTo>
                  <a:pt x="2253" y="1417"/>
                </a:moveTo>
                <a:lnTo>
                  <a:pt x="2253" y="1417"/>
                </a:lnTo>
                <a:cubicBezTo>
                  <a:pt x="2253" y="1606"/>
                  <a:pt x="2253" y="1606"/>
                  <a:pt x="2253" y="1606"/>
                </a:cubicBezTo>
                <a:cubicBezTo>
                  <a:pt x="2347" y="1606"/>
                  <a:pt x="2347" y="1606"/>
                  <a:pt x="2347" y="1606"/>
                </a:cubicBezTo>
                <a:cubicBezTo>
                  <a:pt x="2347" y="1417"/>
                  <a:pt x="2347" y="1417"/>
                  <a:pt x="2347" y="1417"/>
                </a:cubicBezTo>
                <a:lnTo>
                  <a:pt x="2253" y="1417"/>
                </a:lnTo>
                <a:close/>
                <a:moveTo>
                  <a:pt x="1985" y="1417"/>
                </a:moveTo>
                <a:lnTo>
                  <a:pt x="1985" y="1417"/>
                </a:lnTo>
                <a:cubicBezTo>
                  <a:pt x="1891" y="1417"/>
                  <a:pt x="1891" y="1417"/>
                  <a:pt x="1891" y="1417"/>
                </a:cubicBezTo>
                <a:cubicBezTo>
                  <a:pt x="1891" y="1606"/>
                  <a:pt x="1891" y="1606"/>
                  <a:pt x="1891" y="1606"/>
                </a:cubicBezTo>
                <a:cubicBezTo>
                  <a:pt x="1985" y="1606"/>
                  <a:pt x="1985" y="1606"/>
                  <a:pt x="1985" y="1606"/>
                </a:cubicBezTo>
                <a:lnTo>
                  <a:pt x="1985" y="1417"/>
                </a:lnTo>
                <a:close/>
                <a:moveTo>
                  <a:pt x="457" y="1417"/>
                </a:moveTo>
                <a:lnTo>
                  <a:pt x="457" y="1417"/>
                </a:lnTo>
                <a:cubicBezTo>
                  <a:pt x="362" y="1417"/>
                  <a:pt x="362" y="1417"/>
                  <a:pt x="362" y="1417"/>
                </a:cubicBezTo>
                <a:cubicBezTo>
                  <a:pt x="362" y="1606"/>
                  <a:pt x="362" y="1606"/>
                  <a:pt x="362" y="1606"/>
                </a:cubicBezTo>
                <a:cubicBezTo>
                  <a:pt x="457" y="1606"/>
                  <a:pt x="457" y="1606"/>
                  <a:pt x="457" y="1606"/>
                </a:cubicBezTo>
                <a:lnTo>
                  <a:pt x="457" y="1417"/>
                </a:lnTo>
                <a:close/>
                <a:moveTo>
                  <a:pt x="2111" y="1260"/>
                </a:moveTo>
                <a:lnTo>
                  <a:pt x="2111" y="1260"/>
                </a:lnTo>
                <a:cubicBezTo>
                  <a:pt x="2017" y="1260"/>
                  <a:pt x="2017" y="1323"/>
                  <a:pt x="2017" y="1323"/>
                </a:cubicBezTo>
                <a:cubicBezTo>
                  <a:pt x="2017" y="2095"/>
                  <a:pt x="2017" y="2095"/>
                  <a:pt x="2017" y="2095"/>
                </a:cubicBezTo>
                <a:cubicBezTo>
                  <a:pt x="2017" y="2127"/>
                  <a:pt x="2017" y="2142"/>
                  <a:pt x="2017" y="2174"/>
                </a:cubicBezTo>
                <a:cubicBezTo>
                  <a:pt x="1969" y="2583"/>
                  <a:pt x="1639" y="2898"/>
                  <a:pt x="1229" y="2898"/>
                </a:cubicBezTo>
                <a:cubicBezTo>
                  <a:pt x="1135" y="2898"/>
                  <a:pt x="1135" y="2898"/>
                  <a:pt x="1135" y="2898"/>
                </a:cubicBezTo>
                <a:cubicBezTo>
                  <a:pt x="709" y="2898"/>
                  <a:pt x="378" y="2583"/>
                  <a:pt x="331" y="2174"/>
                </a:cubicBezTo>
                <a:cubicBezTo>
                  <a:pt x="331" y="2142"/>
                  <a:pt x="331" y="2127"/>
                  <a:pt x="331" y="2095"/>
                </a:cubicBezTo>
                <a:cubicBezTo>
                  <a:pt x="331" y="1323"/>
                  <a:pt x="331" y="1323"/>
                  <a:pt x="331" y="1323"/>
                </a:cubicBezTo>
                <a:cubicBezTo>
                  <a:pt x="331" y="1323"/>
                  <a:pt x="331" y="1260"/>
                  <a:pt x="236" y="1260"/>
                </a:cubicBezTo>
                <a:cubicBezTo>
                  <a:pt x="142" y="1260"/>
                  <a:pt x="126" y="1323"/>
                  <a:pt x="126" y="1323"/>
                </a:cubicBezTo>
                <a:cubicBezTo>
                  <a:pt x="126" y="2095"/>
                  <a:pt x="126" y="2095"/>
                  <a:pt x="126" y="2095"/>
                </a:cubicBezTo>
                <a:cubicBezTo>
                  <a:pt x="126" y="2142"/>
                  <a:pt x="142" y="2190"/>
                  <a:pt x="142" y="2237"/>
                </a:cubicBezTo>
                <a:cubicBezTo>
                  <a:pt x="205" y="2694"/>
                  <a:pt x="583" y="3056"/>
                  <a:pt x="1055" y="3087"/>
                </a:cubicBezTo>
                <a:cubicBezTo>
                  <a:pt x="1055" y="3371"/>
                  <a:pt x="1055" y="3371"/>
                  <a:pt x="1055" y="3371"/>
                </a:cubicBezTo>
                <a:cubicBezTo>
                  <a:pt x="567" y="3371"/>
                  <a:pt x="567" y="3371"/>
                  <a:pt x="567" y="3371"/>
                </a:cubicBezTo>
                <a:cubicBezTo>
                  <a:pt x="378" y="3639"/>
                  <a:pt x="378" y="3639"/>
                  <a:pt x="378" y="3639"/>
                </a:cubicBezTo>
                <a:cubicBezTo>
                  <a:pt x="1969" y="3639"/>
                  <a:pt x="1969" y="3639"/>
                  <a:pt x="1969" y="3639"/>
                </a:cubicBezTo>
                <a:cubicBezTo>
                  <a:pt x="1780" y="3371"/>
                  <a:pt x="1780" y="3371"/>
                  <a:pt x="1780" y="3371"/>
                </a:cubicBezTo>
                <a:cubicBezTo>
                  <a:pt x="1307" y="3371"/>
                  <a:pt x="1307" y="3371"/>
                  <a:pt x="1307" y="3371"/>
                </a:cubicBezTo>
                <a:cubicBezTo>
                  <a:pt x="1307" y="3087"/>
                  <a:pt x="1307" y="3087"/>
                  <a:pt x="1307" y="3087"/>
                </a:cubicBezTo>
                <a:cubicBezTo>
                  <a:pt x="1765" y="3056"/>
                  <a:pt x="2143" y="2694"/>
                  <a:pt x="2206" y="2237"/>
                </a:cubicBezTo>
                <a:cubicBezTo>
                  <a:pt x="2221" y="2190"/>
                  <a:pt x="2221" y="2142"/>
                  <a:pt x="2221" y="2095"/>
                </a:cubicBezTo>
                <a:cubicBezTo>
                  <a:pt x="2221" y="1323"/>
                  <a:pt x="2221" y="1323"/>
                  <a:pt x="2221" y="1323"/>
                </a:cubicBezTo>
                <a:cubicBezTo>
                  <a:pt x="2221" y="1323"/>
                  <a:pt x="2206" y="1260"/>
                  <a:pt x="2111" y="1260"/>
                </a:cubicBezTo>
                <a:close/>
                <a:moveTo>
                  <a:pt x="0" y="1606"/>
                </a:moveTo>
                <a:lnTo>
                  <a:pt x="0" y="1606"/>
                </a:lnTo>
                <a:cubicBezTo>
                  <a:pt x="95" y="1606"/>
                  <a:pt x="95" y="1606"/>
                  <a:pt x="95" y="1606"/>
                </a:cubicBezTo>
                <a:cubicBezTo>
                  <a:pt x="95" y="1417"/>
                  <a:pt x="95" y="1417"/>
                  <a:pt x="95" y="1417"/>
                </a:cubicBezTo>
                <a:cubicBezTo>
                  <a:pt x="0" y="1417"/>
                  <a:pt x="0" y="1417"/>
                  <a:pt x="0" y="1417"/>
                </a:cubicBezTo>
                <a:lnTo>
                  <a:pt x="0" y="1606"/>
                </a:lnTo>
                <a:close/>
                <a:moveTo>
                  <a:pt x="488" y="2095"/>
                </a:moveTo>
                <a:lnTo>
                  <a:pt x="488" y="2095"/>
                </a:lnTo>
                <a:cubicBezTo>
                  <a:pt x="488" y="2442"/>
                  <a:pt x="772" y="2725"/>
                  <a:pt x="1135" y="2725"/>
                </a:cubicBezTo>
                <a:cubicBezTo>
                  <a:pt x="1229" y="2725"/>
                  <a:pt x="1229" y="2725"/>
                  <a:pt x="1229" y="2725"/>
                </a:cubicBezTo>
                <a:cubicBezTo>
                  <a:pt x="1576" y="2725"/>
                  <a:pt x="1859" y="2442"/>
                  <a:pt x="1859" y="2095"/>
                </a:cubicBezTo>
                <a:cubicBezTo>
                  <a:pt x="1859" y="1795"/>
                  <a:pt x="1859" y="1795"/>
                  <a:pt x="1859" y="1795"/>
                </a:cubicBezTo>
                <a:cubicBezTo>
                  <a:pt x="488" y="1795"/>
                  <a:pt x="488" y="1795"/>
                  <a:pt x="488" y="1795"/>
                </a:cubicBezTo>
                <a:lnTo>
                  <a:pt x="488" y="2095"/>
                </a:lnTo>
                <a:close/>
                <a:moveTo>
                  <a:pt x="1339" y="709"/>
                </a:moveTo>
                <a:lnTo>
                  <a:pt x="1339" y="709"/>
                </a:lnTo>
                <a:cubicBezTo>
                  <a:pt x="1324" y="709"/>
                  <a:pt x="1292" y="677"/>
                  <a:pt x="1292" y="661"/>
                </a:cubicBezTo>
                <a:cubicBezTo>
                  <a:pt x="1292" y="630"/>
                  <a:pt x="1324" y="614"/>
                  <a:pt x="1339" y="614"/>
                </a:cubicBezTo>
                <a:cubicBezTo>
                  <a:pt x="1859" y="614"/>
                  <a:pt x="1859" y="614"/>
                  <a:pt x="1859" y="614"/>
                </a:cubicBezTo>
                <a:cubicBezTo>
                  <a:pt x="1843" y="567"/>
                  <a:pt x="1843" y="520"/>
                  <a:pt x="1828" y="488"/>
                </a:cubicBezTo>
                <a:cubicBezTo>
                  <a:pt x="1339" y="488"/>
                  <a:pt x="1339" y="488"/>
                  <a:pt x="1339" y="488"/>
                </a:cubicBezTo>
                <a:cubicBezTo>
                  <a:pt x="1324" y="488"/>
                  <a:pt x="1292" y="457"/>
                  <a:pt x="1292" y="441"/>
                </a:cubicBezTo>
                <a:cubicBezTo>
                  <a:pt x="1292" y="409"/>
                  <a:pt x="1324" y="393"/>
                  <a:pt x="1339" y="393"/>
                </a:cubicBezTo>
                <a:cubicBezTo>
                  <a:pt x="1796" y="393"/>
                  <a:pt x="1796" y="393"/>
                  <a:pt x="1796" y="393"/>
                </a:cubicBezTo>
                <a:cubicBezTo>
                  <a:pt x="1686" y="157"/>
                  <a:pt x="1450" y="0"/>
                  <a:pt x="1181" y="0"/>
                </a:cubicBezTo>
                <a:cubicBezTo>
                  <a:pt x="898" y="0"/>
                  <a:pt x="662" y="157"/>
                  <a:pt x="551" y="393"/>
                </a:cubicBezTo>
                <a:cubicBezTo>
                  <a:pt x="1008" y="393"/>
                  <a:pt x="1008" y="393"/>
                  <a:pt x="1008" y="393"/>
                </a:cubicBezTo>
                <a:cubicBezTo>
                  <a:pt x="1040" y="393"/>
                  <a:pt x="1055" y="409"/>
                  <a:pt x="1055" y="441"/>
                </a:cubicBezTo>
                <a:cubicBezTo>
                  <a:pt x="1055" y="457"/>
                  <a:pt x="1040" y="488"/>
                  <a:pt x="1008" y="488"/>
                </a:cubicBezTo>
                <a:cubicBezTo>
                  <a:pt x="520" y="488"/>
                  <a:pt x="520" y="488"/>
                  <a:pt x="520" y="488"/>
                </a:cubicBezTo>
                <a:cubicBezTo>
                  <a:pt x="520" y="504"/>
                  <a:pt x="504" y="504"/>
                  <a:pt x="504" y="520"/>
                </a:cubicBezTo>
                <a:cubicBezTo>
                  <a:pt x="504" y="535"/>
                  <a:pt x="504" y="535"/>
                  <a:pt x="504" y="535"/>
                </a:cubicBezTo>
                <a:cubicBezTo>
                  <a:pt x="504" y="567"/>
                  <a:pt x="488" y="583"/>
                  <a:pt x="488" y="614"/>
                </a:cubicBezTo>
                <a:cubicBezTo>
                  <a:pt x="1008" y="614"/>
                  <a:pt x="1008" y="614"/>
                  <a:pt x="1008" y="614"/>
                </a:cubicBezTo>
                <a:cubicBezTo>
                  <a:pt x="1040" y="614"/>
                  <a:pt x="1055" y="630"/>
                  <a:pt x="1055" y="661"/>
                </a:cubicBezTo>
                <a:cubicBezTo>
                  <a:pt x="1055" y="677"/>
                  <a:pt x="1040" y="709"/>
                  <a:pt x="1008" y="709"/>
                </a:cubicBezTo>
                <a:cubicBezTo>
                  <a:pt x="488" y="709"/>
                  <a:pt x="488" y="709"/>
                  <a:pt x="488" y="709"/>
                </a:cubicBezTo>
                <a:lnTo>
                  <a:pt x="488" y="724"/>
                </a:lnTo>
                <a:cubicBezTo>
                  <a:pt x="488" y="835"/>
                  <a:pt x="488" y="835"/>
                  <a:pt x="488" y="835"/>
                </a:cubicBezTo>
                <a:cubicBezTo>
                  <a:pt x="1008" y="835"/>
                  <a:pt x="1008" y="835"/>
                  <a:pt x="1008" y="835"/>
                </a:cubicBezTo>
                <a:cubicBezTo>
                  <a:pt x="1040" y="835"/>
                  <a:pt x="1055" y="850"/>
                  <a:pt x="1055" y="882"/>
                </a:cubicBezTo>
                <a:cubicBezTo>
                  <a:pt x="1055" y="898"/>
                  <a:pt x="1040" y="913"/>
                  <a:pt x="1008" y="913"/>
                </a:cubicBezTo>
                <a:cubicBezTo>
                  <a:pt x="488" y="913"/>
                  <a:pt x="488" y="913"/>
                  <a:pt x="488" y="913"/>
                </a:cubicBezTo>
                <a:cubicBezTo>
                  <a:pt x="488" y="1055"/>
                  <a:pt x="488" y="1055"/>
                  <a:pt x="488" y="1055"/>
                </a:cubicBezTo>
                <a:cubicBezTo>
                  <a:pt x="1008" y="1055"/>
                  <a:pt x="1008" y="1055"/>
                  <a:pt x="1008" y="1055"/>
                </a:cubicBezTo>
                <a:cubicBezTo>
                  <a:pt x="1040" y="1055"/>
                  <a:pt x="1055" y="1071"/>
                  <a:pt x="1055" y="1087"/>
                </a:cubicBezTo>
                <a:cubicBezTo>
                  <a:pt x="1055" y="1118"/>
                  <a:pt x="1040" y="1134"/>
                  <a:pt x="1008" y="1134"/>
                </a:cubicBezTo>
                <a:cubicBezTo>
                  <a:pt x="488" y="1134"/>
                  <a:pt x="488" y="1134"/>
                  <a:pt x="488" y="1134"/>
                </a:cubicBezTo>
                <a:cubicBezTo>
                  <a:pt x="488" y="1465"/>
                  <a:pt x="488" y="1465"/>
                  <a:pt x="488" y="1465"/>
                </a:cubicBezTo>
                <a:cubicBezTo>
                  <a:pt x="1859" y="1465"/>
                  <a:pt x="1859" y="1465"/>
                  <a:pt x="1859" y="1465"/>
                </a:cubicBezTo>
                <a:cubicBezTo>
                  <a:pt x="1859" y="1134"/>
                  <a:pt x="1859" y="1134"/>
                  <a:pt x="1859" y="1134"/>
                </a:cubicBezTo>
                <a:cubicBezTo>
                  <a:pt x="1339" y="1134"/>
                  <a:pt x="1339" y="1134"/>
                  <a:pt x="1339" y="1134"/>
                </a:cubicBezTo>
                <a:cubicBezTo>
                  <a:pt x="1324" y="1134"/>
                  <a:pt x="1292" y="1118"/>
                  <a:pt x="1292" y="1087"/>
                </a:cubicBezTo>
                <a:cubicBezTo>
                  <a:pt x="1292" y="1071"/>
                  <a:pt x="1324" y="1055"/>
                  <a:pt x="1339" y="1055"/>
                </a:cubicBezTo>
                <a:cubicBezTo>
                  <a:pt x="1859" y="1055"/>
                  <a:pt x="1859" y="1055"/>
                  <a:pt x="1859" y="1055"/>
                </a:cubicBezTo>
                <a:cubicBezTo>
                  <a:pt x="1859" y="913"/>
                  <a:pt x="1859" y="913"/>
                  <a:pt x="1859" y="913"/>
                </a:cubicBezTo>
                <a:cubicBezTo>
                  <a:pt x="1339" y="913"/>
                  <a:pt x="1339" y="913"/>
                  <a:pt x="1339" y="913"/>
                </a:cubicBezTo>
                <a:cubicBezTo>
                  <a:pt x="1324" y="913"/>
                  <a:pt x="1292" y="898"/>
                  <a:pt x="1292" y="882"/>
                </a:cubicBezTo>
                <a:cubicBezTo>
                  <a:pt x="1292" y="850"/>
                  <a:pt x="1324" y="835"/>
                  <a:pt x="1339" y="835"/>
                </a:cubicBezTo>
                <a:cubicBezTo>
                  <a:pt x="1859" y="835"/>
                  <a:pt x="1859" y="835"/>
                  <a:pt x="1859" y="835"/>
                </a:cubicBezTo>
                <a:cubicBezTo>
                  <a:pt x="1859" y="709"/>
                  <a:pt x="1859" y="709"/>
                  <a:pt x="1859" y="709"/>
                </a:cubicBezTo>
                <a:lnTo>
                  <a:pt x="1339" y="70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4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1267983-92E2-8FEC-20F6-3249551E0005}"/>
              </a:ext>
            </a:extLst>
          </p:cNvPr>
          <p:cNvGrpSpPr/>
          <p:nvPr userDrawn="1"/>
        </p:nvGrpSpPr>
        <p:grpSpPr>
          <a:xfrm>
            <a:off x="4250771" y="3645033"/>
            <a:ext cx="1000364" cy="1000364"/>
            <a:chOff x="1107206" y="2614365"/>
            <a:chExt cx="750273" cy="750273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C1687B88-5842-010D-7F6C-576D0E5D484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7206" y="2614365"/>
              <a:ext cx="750273" cy="750273"/>
            </a:xfrm>
            <a:custGeom>
              <a:avLst/>
              <a:gdLst>
                <a:gd name="T0" fmla="*/ 906 w 1812"/>
                <a:gd name="T1" fmla="*/ 219 h 1812"/>
                <a:gd name="T2" fmla="*/ 1593 w 1812"/>
                <a:gd name="T3" fmla="*/ 906 h 1812"/>
                <a:gd name="T4" fmla="*/ 906 w 1812"/>
                <a:gd name="T5" fmla="*/ 1593 h 1812"/>
                <a:gd name="T6" fmla="*/ 219 w 1812"/>
                <a:gd name="T7" fmla="*/ 906 h 1812"/>
                <a:gd name="T8" fmla="*/ 906 w 1812"/>
                <a:gd name="T9" fmla="*/ 219 h 1812"/>
                <a:gd name="T10" fmla="*/ 906 w 1812"/>
                <a:gd name="T11" fmla="*/ 0 h 1812"/>
                <a:gd name="T12" fmla="*/ 0 w 1812"/>
                <a:gd name="T13" fmla="*/ 906 h 1812"/>
                <a:gd name="T14" fmla="*/ 906 w 1812"/>
                <a:gd name="T15" fmla="*/ 1811 h 1812"/>
                <a:gd name="T16" fmla="*/ 1811 w 1812"/>
                <a:gd name="T17" fmla="*/ 906 h 1812"/>
                <a:gd name="T18" fmla="*/ 906 w 1812"/>
                <a:gd name="T19" fmla="*/ 0 h 1812"/>
                <a:gd name="T20" fmla="*/ 906 w 1812"/>
                <a:gd name="T21" fmla="*/ 219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2" h="1812">
                  <a:moveTo>
                    <a:pt x="906" y="219"/>
                  </a:moveTo>
                  <a:cubicBezTo>
                    <a:pt x="1280" y="219"/>
                    <a:pt x="1593" y="531"/>
                    <a:pt x="1593" y="906"/>
                  </a:cubicBezTo>
                  <a:cubicBezTo>
                    <a:pt x="1593" y="1280"/>
                    <a:pt x="1280" y="1593"/>
                    <a:pt x="906" y="1593"/>
                  </a:cubicBezTo>
                  <a:cubicBezTo>
                    <a:pt x="531" y="1593"/>
                    <a:pt x="219" y="1280"/>
                    <a:pt x="219" y="906"/>
                  </a:cubicBezTo>
                  <a:cubicBezTo>
                    <a:pt x="219" y="531"/>
                    <a:pt x="531" y="219"/>
                    <a:pt x="906" y="219"/>
                  </a:cubicBezTo>
                  <a:lnTo>
                    <a:pt x="906" y="0"/>
                  </a:lnTo>
                  <a:cubicBezTo>
                    <a:pt x="406" y="0"/>
                    <a:pt x="0" y="406"/>
                    <a:pt x="0" y="906"/>
                  </a:cubicBezTo>
                  <a:cubicBezTo>
                    <a:pt x="0" y="1405"/>
                    <a:pt x="406" y="1811"/>
                    <a:pt x="906" y="1811"/>
                  </a:cubicBezTo>
                  <a:cubicBezTo>
                    <a:pt x="1405" y="1811"/>
                    <a:pt x="1811" y="1405"/>
                    <a:pt x="1811" y="906"/>
                  </a:cubicBezTo>
                  <a:cubicBezTo>
                    <a:pt x="1811" y="406"/>
                    <a:pt x="1405" y="0"/>
                    <a:pt x="906" y="0"/>
                  </a:cubicBezTo>
                  <a:lnTo>
                    <a:pt x="906" y="219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 dirty="0"/>
            </a:p>
          </p:txBody>
        </p:sp>
        <p:sp>
          <p:nvSpPr>
            <p:cNvPr id="30" name="Line 2">
              <a:extLst>
                <a:ext uri="{FF2B5EF4-FFF2-40B4-BE49-F238E27FC236}">
                  <a16:creationId xmlns:a16="http://schemas.microsoft.com/office/drawing/2014/main" id="{7A62BFA6-F74C-968A-7BFF-A643E5E8A6E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226411" y="2743488"/>
              <a:ext cx="495589" cy="504696"/>
            </a:xfrm>
            <a:prstGeom prst="line">
              <a:avLst/>
            </a:prstGeom>
            <a:noFill/>
            <a:ln w="78840" cap="flat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5B3F4D0-D6AA-21F1-A3FB-0A55434BDF89}"/>
              </a:ext>
            </a:extLst>
          </p:cNvPr>
          <p:cNvSpPr txBox="1"/>
          <p:nvPr userDrawn="1"/>
        </p:nvSpPr>
        <p:spPr>
          <a:xfrm>
            <a:off x="2784556" y="2654789"/>
            <a:ext cx="853955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Photography is welcome in this presentation.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AC1329-385C-A8A6-924B-49F3FC7F38F7}"/>
              </a:ext>
            </a:extLst>
          </p:cNvPr>
          <p:cNvSpPr txBox="1"/>
          <p:nvPr userDrawn="1"/>
        </p:nvSpPr>
        <p:spPr>
          <a:xfrm>
            <a:off x="2784556" y="4934911"/>
            <a:ext cx="853955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Video and audio recording are prohibited.</a:t>
            </a:r>
          </a:p>
        </p:txBody>
      </p:sp>
      <p:sp>
        <p:nvSpPr>
          <p:cNvPr id="9" name="Picture 28">
            <a:extLst>
              <a:ext uri="{FF2B5EF4-FFF2-40B4-BE49-F238E27FC236}">
                <a16:creationId xmlns:a16="http://schemas.microsoft.com/office/drawing/2014/main" id="{64EA863A-2CF1-AEF1-7E0E-BC5104B5BDAE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DDAD112A-BC68-1D09-E8FD-21E77350FA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200919A-6F62-9303-501A-150B4159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8954CC-9698-B6BD-D43C-F0C8EFD1D89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51621B2A-D198-029A-FF10-FB25F39BD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0D15696-88D5-88FC-E67B-14A94BC42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POLICIES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70F5595-7311-65DA-181D-0EE7D182B529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6000507-804D-79F3-B5E1-7240035EC2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7D1922A-80CC-0253-AC17-4ECCBD3EEE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CF2C35BA-1136-9CDD-2003-4ED33E1AE0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643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 Prohibi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D5934E28-2A7C-A84A-A22F-B0458338BDB1}"/>
              </a:ext>
            </a:extLst>
          </p:cNvPr>
          <p:cNvSpPr txBox="1"/>
          <p:nvPr userDrawn="1"/>
        </p:nvSpPr>
        <p:spPr>
          <a:xfrm>
            <a:off x="2771109" y="3853350"/>
            <a:ext cx="8271933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2400" b="0" i="0" spc="100" baseline="0" dirty="0">
                <a:solidFill>
                  <a:srgbClr val="4A0D66"/>
                </a:solidFill>
                <a:latin typeface="Houschka Alt Pro Medium" panose="02000603000000020003" pitchFamily="2" charset="77"/>
                <a:cs typeface="Arial" panose="020B0604020202020204" pitchFamily="34" charset="0"/>
              </a:rPr>
              <a:t>Photo, video and audio recordings </a:t>
            </a:r>
            <a:br>
              <a:rPr lang="en-US" sz="2400" b="0" i="0" spc="100" baseline="0" dirty="0">
                <a:solidFill>
                  <a:srgbClr val="4A0D66"/>
                </a:solidFill>
                <a:latin typeface="Houschka Alt Pro Medium" panose="02000603000000020003" pitchFamily="2" charset="77"/>
                <a:cs typeface="Arial" panose="020B0604020202020204" pitchFamily="34" charset="0"/>
              </a:rPr>
            </a:br>
            <a:r>
              <a:rPr lang="en-US" sz="2400" b="0" i="0" spc="100" baseline="0" dirty="0">
                <a:solidFill>
                  <a:srgbClr val="4A0D66"/>
                </a:solidFill>
                <a:latin typeface="Houschka Alt Pro Medium" panose="02000603000000020003" pitchFamily="2" charset="77"/>
                <a:cs typeface="Arial" panose="020B0604020202020204" pitchFamily="34" charset="0"/>
              </a:rPr>
              <a:t>are prohibited in this presentation.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2B5A540F-8E06-7615-674E-242625019F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3067353" y="2602441"/>
            <a:ext cx="664948" cy="522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A13624F-6E7D-4205-915E-4D73B6F19725}"/>
              </a:ext>
            </a:extLst>
          </p:cNvPr>
          <p:cNvGrpSpPr/>
          <p:nvPr userDrawn="1"/>
        </p:nvGrpSpPr>
        <p:grpSpPr>
          <a:xfrm>
            <a:off x="4736157" y="2583843"/>
            <a:ext cx="598483" cy="598483"/>
            <a:chOff x="7247384" y="-28057"/>
            <a:chExt cx="652462" cy="652462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89EC0AE8-C137-BB4D-249F-5FBC9F348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8998" y="106880"/>
              <a:ext cx="247650" cy="247650"/>
            </a:xfrm>
            <a:custGeom>
              <a:avLst/>
              <a:gdLst>
                <a:gd name="T0" fmla="*/ 344 w 688"/>
                <a:gd name="T1" fmla="*/ 686 h 687"/>
                <a:gd name="T2" fmla="*/ 344 w 688"/>
                <a:gd name="T3" fmla="*/ 686 h 687"/>
                <a:gd name="T4" fmla="*/ 687 w 688"/>
                <a:gd name="T5" fmla="*/ 344 h 687"/>
                <a:gd name="T6" fmla="*/ 344 w 688"/>
                <a:gd name="T7" fmla="*/ 0 h 687"/>
                <a:gd name="T8" fmla="*/ 0 w 688"/>
                <a:gd name="T9" fmla="*/ 344 h 687"/>
                <a:gd name="T10" fmla="*/ 344 w 688"/>
                <a:gd name="T11" fmla="*/ 686 h 687"/>
                <a:gd name="T12" fmla="*/ 188 w 688"/>
                <a:gd name="T13" fmla="*/ 344 h 687"/>
                <a:gd name="T14" fmla="*/ 188 w 688"/>
                <a:gd name="T15" fmla="*/ 344 h 687"/>
                <a:gd name="T16" fmla="*/ 188 w 688"/>
                <a:gd name="T17" fmla="*/ 156 h 687"/>
                <a:gd name="T18" fmla="*/ 499 w 688"/>
                <a:gd name="T19" fmla="*/ 344 h 687"/>
                <a:gd name="T20" fmla="*/ 188 w 688"/>
                <a:gd name="T21" fmla="*/ 531 h 687"/>
                <a:gd name="T22" fmla="*/ 188 w 688"/>
                <a:gd name="T23" fmla="*/ 344 h 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88" h="687">
                  <a:moveTo>
                    <a:pt x="344" y="686"/>
                  </a:moveTo>
                  <a:lnTo>
                    <a:pt x="344" y="686"/>
                  </a:lnTo>
                  <a:cubicBezTo>
                    <a:pt x="531" y="686"/>
                    <a:pt x="687" y="531"/>
                    <a:pt x="687" y="344"/>
                  </a:cubicBezTo>
                  <a:cubicBezTo>
                    <a:pt x="687" y="156"/>
                    <a:pt x="531" y="0"/>
                    <a:pt x="344" y="0"/>
                  </a:cubicBezTo>
                  <a:cubicBezTo>
                    <a:pt x="157" y="0"/>
                    <a:pt x="0" y="156"/>
                    <a:pt x="0" y="344"/>
                  </a:cubicBezTo>
                  <a:cubicBezTo>
                    <a:pt x="0" y="531"/>
                    <a:pt x="157" y="686"/>
                    <a:pt x="344" y="686"/>
                  </a:cubicBezTo>
                  <a:close/>
                  <a:moveTo>
                    <a:pt x="188" y="344"/>
                  </a:moveTo>
                  <a:lnTo>
                    <a:pt x="188" y="344"/>
                  </a:lnTo>
                  <a:cubicBezTo>
                    <a:pt x="188" y="156"/>
                    <a:pt x="188" y="156"/>
                    <a:pt x="188" y="156"/>
                  </a:cubicBezTo>
                  <a:cubicBezTo>
                    <a:pt x="499" y="344"/>
                    <a:pt x="499" y="344"/>
                    <a:pt x="499" y="344"/>
                  </a:cubicBezTo>
                  <a:cubicBezTo>
                    <a:pt x="188" y="531"/>
                    <a:pt x="188" y="531"/>
                    <a:pt x="188" y="531"/>
                  </a:cubicBezTo>
                  <a:lnTo>
                    <a:pt x="188" y="344"/>
                  </a:lnTo>
                  <a:close/>
                </a:path>
              </a:pathLst>
            </a:custGeom>
            <a:solidFill>
              <a:srgbClr val="4925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204C68B-DF18-E732-3BA2-61E3FFD7F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1836" y="545030"/>
              <a:ext cx="180975" cy="22225"/>
            </a:xfrm>
            <a:custGeom>
              <a:avLst/>
              <a:gdLst>
                <a:gd name="T0" fmla="*/ 31 w 501"/>
                <a:gd name="T1" fmla="*/ 0 h 63"/>
                <a:gd name="T2" fmla="*/ 31 w 501"/>
                <a:gd name="T3" fmla="*/ 0 h 63"/>
                <a:gd name="T4" fmla="*/ 0 w 501"/>
                <a:gd name="T5" fmla="*/ 31 h 63"/>
                <a:gd name="T6" fmla="*/ 31 w 501"/>
                <a:gd name="T7" fmla="*/ 62 h 63"/>
                <a:gd name="T8" fmla="*/ 500 w 501"/>
                <a:gd name="T9" fmla="*/ 62 h 63"/>
                <a:gd name="T10" fmla="*/ 500 w 501"/>
                <a:gd name="T11" fmla="*/ 31 h 63"/>
                <a:gd name="T12" fmla="*/ 500 w 501"/>
                <a:gd name="T13" fmla="*/ 0 h 63"/>
                <a:gd name="T14" fmla="*/ 31 w 50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1" h="63">
                  <a:moveTo>
                    <a:pt x="31" y="0"/>
                  </a:moveTo>
                  <a:lnTo>
                    <a:pt x="31" y="0"/>
                  </a:lnTo>
                  <a:lnTo>
                    <a:pt x="0" y="31"/>
                  </a:lnTo>
                  <a:cubicBezTo>
                    <a:pt x="0" y="62"/>
                    <a:pt x="31" y="62"/>
                    <a:pt x="31" y="62"/>
                  </a:cubicBezTo>
                  <a:cubicBezTo>
                    <a:pt x="500" y="62"/>
                    <a:pt x="500" y="62"/>
                    <a:pt x="500" y="62"/>
                  </a:cubicBezTo>
                  <a:cubicBezTo>
                    <a:pt x="500" y="62"/>
                    <a:pt x="500" y="62"/>
                    <a:pt x="500" y="31"/>
                  </a:cubicBezTo>
                  <a:lnTo>
                    <a:pt x="500" y="0"/>
                  </a:lnTo>
                  <a:lnTo>
                    <a:pt x="31" y="0"/>
                  </a:lnTo>
                </a:path>
              </a:pathLst>
            </a:custGeom>
            <a:solidFill>
              <a:srgbClr val="4925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DC29B8A-8CED-7E60-DF5C-68A141944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7384" y="-28057"/>
              <a:ext cx="652462" cy="652462"/>
            </a:xfrm>
            <a:custGeom>
              <a:avLst/>
              <a:gdLst>
                <a:gd name="T0" fmla="*/ 1718 w 1812"/>
                <a:gd name="T1" fmla="*/ 0 h 1812"/>
                <a:gd name="T2" fmla="*/ 1718 w 1812"/>
                <a:gd name="T3" fmla="*/ 0 h 1812"/>
                <a:gd name="T4" fmla="*/ 94 w 1812"/>
                <a:gd name="T5" fmla="*/ 0 h 1812"/>
                <a:gd name="T6" fmla="*/ 0 w 1812"/>
                <a:gd name="T7" fmla="*/ 94 h 1812"/>
                <a:gd name="T8" fmla="*/ 0 w 1812"/>
                <a:gd name="T9" fmla="*/ 1718 h 1812"/>
                <a:gd name="T10" fmla="*/ 94 w 1812"/>
                <a:gd name="T11" fmla="*/ 1811 h 1812"/>
                <a:gd name="T12" fmla="*/ 1718 w 1812"/>
                <a:gd name="T13" fmla="*/ 1811 h 1812"/>
                <a:gd name="T14" fmla="*/ 1811 w 1812"/>
                <a:gd name="T15" fmla="*/ 1718 h 1812"/>
                <a:gd name="T16" fmla="*/ 1811 w 1812"/>
                <a:gd name="T17" fmla="*/ 94 h 1812"/>
                <a:gd name="T18" fmla="*/ 1718 w 1812"/>
                <a:gd name="T19" fmla="*/ 0 h 1812"/>
                <a:gd name="T20" fmla="*/ 125 w 1812"/>
                <a:gd name="T21" fmla="*/ 187 h 1812"/>
                <a:gd name="T22" fmla="*/ 125 w 1812"/>
                <a:gd name="T23" fmla="*/ 187 h 1812"/>
                <a:gd name="T24" fmla="*/ 187 w 1812"/>
                <a:gd name="T25" fmla="*/ 125 h 1812"/>
                <a:gd name="T26" fmla="*/ 1624 w 1812"/>
                <a:gd name="T27" fmla="*/ 125 h 1812"/>
                <a:gd name="T28" fmla="*/ 1686 w 1812"/>
                <a:gd name="T29" fmla="*/ 187 h 1812"/>
                <a:gd name="T30" fmla="*/ 1686 w 1812"/>
                <a:gd name="T31" fmla="*/ 1280 h 1812"/>
                <a:gd name="T32" fmla="*/ 1624 w 1812"/>
                <a:gd name="T33" fmla="*/ 1342 h 1812"/>
                <a:gd name="T34" fmla="*/ 187 w 1812"/>
                <a:gd name="T35" fmla="*/ 1342 h 1812"/>
                <a:gd name="T36" fmla="*/ 125 w 1812"/>
                <a:gd name="T37" fmla="*/ 1280 h 1812"/>
                <a:gd name="T38" fmla="*/ 125 w 1812"/>
                <a:gd name="T39" fmla="*/ 187 h 1812"/>
                <a:gd name="T40" fmla="*/ 1686 w 1812"/>
                <a:gd name="T41" fmla="*/ 1655 h 1812"/>
                <a:gd name="T42" fmla="*/ 1686 w 1812"/>
                <a:gd name="T43" fmla="*/ 1655 h 1812"/>
                <a:gd name="T44" fmla="*/ 844 w 1812"/>
                <a:gd name="T45" fmla="*/ 1655 h 1812"/>
                <a:gd name="T46" fmla="*/ 750 w 1812"/>
                <a:gd name="T47" fmla="*/ 1749 h 1812"/>
                <a:gd name="T48" fmla="*/ 656 w 1812"/>
                <a:gd name="T49" fmla="*/ 1718 h 1812"/>
                <a:gd name="T50" fmla="*/ 156 w 1812"/>
                <a:gd name="T51" fmla="*/ 1718 h 1812"/>
                <a:gd name="T52" fmla="*/ 94 w 1812"/>
                <a:gd name="T53" fmla="*/ 1624 h 1812"/>
                <a:gd name="T54" fmla="*/ 156 w 1812"/>
                <a:gd name="T55" fmla="*/ 1561 h 1812"/>
                <a:gd name="T56" fmla="*/ 656 w 1812"/>
                <a:gd name="T57" fmla="*/ 1561 h 1812"/>
                <a:gd name="T58" fmla="*/ 750 w 1812"/>
                <a:gd name="T59" fmla="*/ 1530 h 1812"/>
                <a:gd name="T60" fmla="*/ 844 w 1812"/>
                <a:gd name="T61" fmla="*/ 1593 h 1812"/>
                <a:gd name="T62" fmla="*/ 1686 w 1812"/>
                <a:gd name="T63" fmla="*/ 1593 h 1812"/>
                <a:gd name="T64" fmla="*/ 1718 w 1812"/>
                <a:gd name="T65" fmla="*/ 1624 h 1812"/>
                <a:gd name="T66" fmla="*/ 1686 w 1812"/>
                <a:gd name="T67" fmla="*/ 1655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12" h="1812">
                  <a:moveTo>
                    <a:pt x="1718" y="0"/>
                  </a:moveTo>
                  <a:lnTo>
                    <a:pt x="1718" y="0"/>
                  </a:lnTo>
                  <a:cubicBezTo>
                    <a:pt x="94" y="0"/>
                    <a:pt x="94" y="0"/>
                    <a:pt x="94" y="0"/>
                  </a:cubicBezTo>
                  <a:cubicBezTo>
                    <a:pt x="31" y="0"/>
                    <a:pt x="0" y="31"/>
                    <a:pt x="0" y="94"/>
                  </a:cubicBezTo>
                  <a:cubicBezTo>
                    <a:pt x="0" y="1718"/>
                    <a:pt x="0" y="1718"/>
                    <a:pt x="0" y="1718"/>
                  </a:cubicBezTo>
                  <a:cubicBezTo>
                    <a:pt x="0" y="1780"/>
                    <a:pt x="31" y="1811"/>
                    <a:pt x="94" y="1811"/>
                  </a:cubicBezTo>
                  <a:cubicBezTo>
                    <a:pt x="1718" y="1811"/>
                    <a:pt x="1718" y="1811"/>
                    <a:pt x="1718" y="1811"/>
                  </a:cubicBezTo>
                  <a:cubicBezTo>
                    <a:pt x="1780" y="1811"/>
                    <a:pt x="1811" y="1780"/>
                    <a:pt x="1811" y="1718"/>
                  </a:cubicBezTo>
                  <a:cubicBezTo>
                    <a:pt x="1811" y="94"/>
                    <a:pt x="1811" y="94"/>
                    <a:pt x="1811" y="94"/>
                  </a:cubicBezTo>
                  <a:cubicBezTo>
                    <a:pt x="1811" y="31"/>
                    <a:pt x="1780" y="0"/>
                    <a:pt x="1718" y="0"/>
                  </a:cubicBezTo>
                  <a:close/>
                  <a:moveTo>
                    <a:pt x="125" y="187"/>
                  </a:moveTo>
                  <a:lnTo>
                    <a:pt x="125" y="187"/>
                  </a:lnTo>
                  <a:cubicBezTo>
                    <a:pt x="125" y="156"/>
                    <a:pt x="156" y="125"/>
                    <a:pt x="187" y="125"/>
                  </a:cubicBezTo>
                  <a:cubicBezTo>
                    <a:pt x="1624" y="125"/>
                    <a:pt x="1624" y="125"/>
                    <a:pt x="1624" y="125"/>
                  </a:cubicBezTo>
                  <a:cubicBezTo>
                    <a:pt x="1655" y="125"/>
                    <a:pt x="1686" y="156"/>
                    <a:pt x="1686" y="187"/>
                  </a:cubicBezTo>
                  <a:cubicBezTo>
                    <a:pt x="1686" y="1280"/>
                    <a:pt x="1686" y="1280"/>
                    <a:pt x="1686" y="1280"/>
                  </a:cubicBezTo>
                  <a:cubicBezTo>
                    <a:pt x="1686" y="1311"/>
                    <a:pt x="1655" y="1342"/>
                    <a:pt x="1624" y="1342"/>
                  </a:cubicBezTo>
                  <a:cubicBezTo>
                    <a:pt x="187" y="1342"/>
                    <a:pt x="187" y="1342"/>
                    <a:pt x="187" y="1342"/>
                  </a:cubicBezTo>
                  <a:cubicBezTo>
                    <a:pt x="156" y="1342"/>
                    <a:pt x="125" y="1311"/>
                    <a:pt x="125" y="1280"/>
                  </a:cubicBezTo>
                  <a:lnTo>
                    <a:pt x="125" y="187"/>
                  </a:lnTo>
                  <a:close/>
                  <a:moveTo>
                    <a:pt x="1686" y="1655"/>
                  </a:moveTo>
                  <a:lnTo>
                    <a:pt x="1686" y="1655"/>
                  </a:lnTo>
                  <a:cubicBezTo>
                    <a:pt x="844" y="1655"/>
                    <a:pt x="844" y="1655"/>
                    <a:pt x="844" y="1655"/>
                  </a:cubicBezTo>
                  <a:cubicBezTo>
                    <a:pt x="812" y="1718"/>
                    <a:pt x="781" y="1749"/>
                    <a:pt x="750" y="1749"/>
                  </a:cubicBezTo>
                  <a:cubicBezTo>
                    <a:pt x="719" y="1749"/>
                    <a:pt x="687" y="1718"/>
                    <a:pt x="656" y="1718"/>
                  </a:cubicBezTo>
                  <a:cubicBezTo>
                    <a:pt x="156" y="1718"/>
                    <a:pt x="156" y="1718"/>
                    <a:pt x="156" y="1718"/>
                  </a:cubicBezTo>
                  <a:cubicBezTo>
                    <a:pt x="125" y="1718"/>
                    <a:pt x="94" y="1655"/>
                    <a:pt x="94" y="1624"/>
                  </a:cubicBezTo>
                  <a:cubicBezTo>
                    <a:pt x="94" y="1593"/>
                    <a:pt x="125" y="1561"/>
                    <a:pt x="156" y="1561"/>
                  </a:cubicBezTo>
                  <a:cubicBezTo>
                    <a:pt x="656" y="1561"/>
                    <a:pt x="656" y="1561"/>
                    <a:pt x="656" y="1561"/>
                  </a:cubicBezTo>
                  <a:cubicBezTo>
                    <a:pt x="687" y="1530"/>
                    <a:pt x="719" y="1530"/>
                    <a:pt x="750" y="1530"/>
                  </a:cubicBezTo>
                  <a:cubicBezTo>
                    <a:pt x="781" y="1530"/>
                    <a:pt x="812" y="1561"/>
                    <a:pt x="844" y="1593"/>
                  </a:cubicBezTo>
                  <a:cubicBezTo>
                    <a:pt x="1686" y="1593"/>
                    <a:pt x="1686" y="1593"/>
                    <a:pt x="1686" y="1593"/>
                  </a:cubicBezTo>
                  <a:lnTo>
                    <a:pt x="1718" y="1624"/>
                  </a:lnTo>
                  <a:cubicBezTo>
                    <a:pt x="1718" y="1655"/>
                    <a:pt x="1686" y="1655"/>
                    <a:pt x="1686" y="165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000FD2F-AB2F-3122-BEC8-D52A209E2B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2336" y="533918"/>
              <a:ext cx="57150" cy="57150"/>
            </a:xfrm>
            <a:custGeom>
              <a:avLst/>
              <a:gdLst>
                <a:gd name="T0" fmla="*/ 94 w 157"/>
                <a:gd name="T1" fmla="*/ 0 h 158"/>
                <a:gd name="T2" fmla="*/ 94 w 157"/>
                <a:gd name="T3" fmla="*/ 0 h 158"/>
                <a:gd name="T4" fmla="*/ 0 w 157"/>
                <a:gd name="T5" fmla="*/ 63 h 158"/>
                <a:gd name="T6" fmla="*/ 94 w 157"/>
                <a:gd name="T7" fmla="*/ 157 h 158"/>
                <a:gd name="T8" fmla="*/ 156 w 157"/>
                <a:gd name="T9" fmla="*/ 63 h 158"/>
                <a:gd name="T10" fmla="*/ 94 w 157"/>
                <a:gd name="T11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7" h="158">
                  <a:moveTo>
                    <a:pt x="94" y="0"/>
                  </a:moveTo>
                  <a:lnTo>
                    <a:pt x="94" y="0"/>
                  </a:lnTo>
                  <a:cubicBezTo>
                    <a:pt x="31" y="0"/>
                    <a:pt x="0" y="32"/>
                    <a:pt x="0" y="63"/>
                  </a:cubicBezTo>
                  <a:cubicBezTo>
                    <a:pt x="0" y="125"/>
                    <a:pt x="31" y="157"/>
                    <a:pt x="94" y="157"/>
                  </a:cubicBezTo>
                  <a:cubicBezTo>
                    <a:pt x="125" y="157"/>
                    <a:pt x="156" y="125"/>
                    <a:pt x="156" y="63"/>
                  </a:cubicBezTo>
                  <a:cubicBezTo>
                    <a:pt x="156" y="32"/>
                    <a:pt x="125" y="0"/>
                    <a:pt x="94" y="0"/>
                  </a:cubicBezTo>
                </a:path>
              </a:pathLst>
            </a:custGeom>
            <a:solidFill>
              <a:srgbClr val="4925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0032EE1-5BB2-1BBB-1837-AE0360F08EC8}"/>
              </a:ext>
            </a:extLst>
          </p:cNvPr>
          <p:cNvGrpSpPr/>
          <p:nvPr userDrawn="1"/>
        </p:nvGrpSpPr>
        <p:grpSpPr>
          <a:xfrm>
            <a:off x="4539313" y="2373825"/>
            <a:ext cx="990716" cy="990716"/>
            <a:chOff x="259678" y="2641243"/>
            <a:chExt cx="743037" cy="743037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D5EF899-F109-CA5D-0031-B215F849A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78" y="2641243"/>
              <a:ext cx="743037" cy="743037"/>
            </a:xfrm>
            <a:custGeom>
              <a:avLst/>
              <a:gdLst>
                <a:gd name="T0" fmla="*/ 906 w 1812"/>
                <a:gd name="T1" fmla="*/ 219 h 1812"/>
                <a:gd name="T2" fmla="*/ 1593 w 1812"/>
                <a:gd name="T3" fmla="*/ 906 h 1812"/>
                <a:gd name="T4" fmla="*/ 906 w 1812"/>
                <a:gd name="T5" fmla="*/ 1593 h 1812"/>
                <a:gd name="T6" fmla="*/ 219 w 1812"/>
                <a:gd name="T7" fmla="*/ 906 h 1812"/>
                <a:gd name="T8" fmla="*/ 906 w 1812"/>
                <a:gd name="T9" fmla="*/ 219 h 1812"/>
                <a:gd name="T10" fmla="*/ 906 w 1812"/>
                <a:gd name="T11" fmla="*/ 0 h 1812"/>
                <a:gd name="T12" fmla="*/ 0 w 1812"/>
                <a:gd name="T13" fmla="*/ 906 h 1812"/>
                <a:gd name="T14" fmla="*/ 906 w 1812"/>
                <a:gd name="T15" fmla="*/ 1811 h 1812"/>
                <a:gd name="T16" fmla="*/ 1811 w 1812"/>
                <a:gd name="T17" fmla="*/ 906 h 1812"/>
                <a:gd name="T18" fmla="*/ 906 w 1812"/>
                <a:gd name="T19" fmla="*/ 0 h 1812"/>
                <a:gd name="T20" fmla="*/ 906 w 1812"/>
                <a:gd name="T21" fmla="*/ 219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2" h="1812">
                  <a:moveTo>
                    <a:pt x="906" y="219"/>
                  </a:moveTo>
                  <a:cubicBezTo>
                    <a:pt x="1280" y="219"/>
                    <a:pt x="1593" y="531"/>
                    <a:pt x="1593" y="906"/>
                  </a:cubicBezTo>
                  <a:cubicBezTo>
                    <a:pt x="1593" y="1280"/>
                    <a:pt x="1280" y="1593"/>
                    <a:pt x="906" y="1593"/>
                  </a:cubicBezTo>
                  <a:cubicBezTo>
                    <a:pt x="531" y="1593"/>
                    <a:pt x="219" y="1280"/>
                    <a:pt x="219" y="906"/>
                  </a:cubicBezTo>
                  <a:cubicBezTo>
                    <a:pt x="219" y="531"/>
                    <a:pt x="531" y="219"/>
                    <a:pt x="906" y="219"/>
                  </a:cubicBezTo>
                  <a:lnTo>
                    <a:pt x="906" y="0"/>
                  </a:lnTo>
                  <a:cubicBezTo>
                    <a:pt x="406" y="0"/>
                    <a:pt x="0" y="406"/>
                    <a:pt x="0" y="906"/>
                  </a:cubicBezTo>
                  <a:cubicBezTo>
                    <a:pt x="0" y="1405"/>
                    <a:pt x="406" y="1811"/>
                    <a:pt x="906" y="1811"/>
                  </a:cubicBezTo>
                  <a:cubicBezTo>
                    <a:pt x="1405" y="1811"/>
                    <a:pt x="1811" y="1405"/>
                    <a:pt x="1811" y="906"/>
                  </a:cubicBezTo>
                  <a:cubicBezTo>
                    <a:pt x="1811" y="406"/>
                    <a:pt x="1405" y="0"/>
                    <a:pt x="906" y="0"/>
                  </a:cubicBezTo>
                  <a:lnTo>
                    <a:pt x="906" y="219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0" name="Line 2">
              <a:extLst>
                <a:ext uri="{FF2B5EF4-FFF2-40B4-BE49-F238E27FC236}">
                  <a16:creationId xmlns:a16="http://schemas.microsoft.com/office/drawing/2014/main" id="{79B405F4-9F98-2726-E6BA-2EF4A2C750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33" y="2769121"/>
              <a:ext cx="490809" cy="499829"/>
            </a:xfrm>
            <a:prstGeom prst="line">
              <a:avLst/>
            </a:prstGeom>
            <a:noFill/>
            <a:ln w="78840" cap="flat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31" name="Freeform 1">
            <a:extLst>
              <a:ext uri="{FF2B5EF4-FFF2-40B4-BE49-F238E27FC236}">
                <a16:creationId xmlns:a16="http://schemas.microsoft.com/office/drawing/2014/main" id="{A6FC7A75-76C6-FEB6-36D5-4180370B93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465942" y="2546762"/>
            <a:ext cx="404832" cy="627793"/>
          </a:xfrm>
          <a:custGeom>
            <a:avLst/>
            <a:gdLst>
              <a:gd name="T0" fmla="*/ 1859 w 2348"/>
              <a:gd name="T1" fmla="*/ 1701 h 3640"/>
              <a:gd name="T2" fmla="*/ 488 w 2348"/>
              <a:gd name="T3" fmla="*/ 1560 h 3640"/>
              <a:gd name="T4" fmla="*/ 1859 w 2348"/>
              <a:gd name="T5" fmla="*/ 1701 h 3640"/>
              <a:gd name="T6" fmla="*/ 2253 w 2348"/>
              <a:gd name="T7" fmla="*/ 1417 h 3640"/>
              <a:gd name="T8" fmla="*/ 2347 w 2348"/>
              <a:gd name="T9" fmla="*/ 1606 h 3640"/>
              <a:gd name="T10" fmla="*/ 2253 w 2348"/>
              <a:gd name="T11" fmla="*/ 1417 h 3640"/>
              <a:gd name="T12" fmla="*/ 1985 w 2348"/>
              <a:gd name="T13" fmla="*/ 1417 h 3640"/>
              <a:gd name="T14" fmla="*/ 1891 w 2348"/>
              <a:gd name="T15" fmla="*/ 1606 h 3640"/>
              <a:gd name="T16" fmla="*/ 1985 w 2348"/>
              <a:gd name="T17" fmla="*/ 1417 h 3640"/>
              <a:gd name="T18" fmla="*/ 457 w 2348"/>
              <a:gd name="T19" fmla="*/ 1417 h 3640"/>
              <a:gd name="T20" fmla="*/ 362 w 2348"/>
              <a:gd name="T21" fmla="*/ 1606 h 3640"/>
              <a:gd name="T22" fmla="*/ 457 w 2348"/>
              <a:gd name="T23" fmla="*/ 1417 h 3640"/>
              <a:gd name="T24" fmla="*/ 2111 w 2348"/>
              <a:gd name="T25" fmla="*/ 1260 h 3640"/>
              <a:gd name="T26" fmla="*/ 2017 w 2348"/>
              <a:gd name="T27" fmla="*/ 2095 h 3640"/>
              <a:gd name="T28" fmla="*/ 1229 w 2348"/>
              <a:gd name="T29" fmla="*/ 2898 h 3640"/>
              <a:gd name="T30" fmla="*/ 331 w 2348"/>
              <a:gd name="T31" fmla="*/ 2174 h 3640"/>
              <a:gd name="T32" fmla="*/ 331 w 2348"/>
              <a:gd name="T33" fmla="*/ 1323 h 3640"/>
              <a:gd name="T34" fmla="*/ 126 w 2348"/>
              <a:gd name="T35" fmla="*/ 1323 h 3640"/>
              <a:gd name="T36" fmla="*/ 142 w 2348"/>
              <a:gd name="T37" fmla="*/ 2237 h 3640"/>
              <a:gd name="T38" fmla="*/ 1055 w 2348"/>
              <a:gd name="T39" fmla="*/ 3371 h 3640"/>
              <a:gd name="T40" fmla="*/ 378 w 2348"/>
              <a:gd name="T41" fmla="*/ 3639 h 3640"/>
              <a:gd name="T42" fmla="*/ 1780 w 2348"/>
              <a:gd name="T43" fmla="*/ 3371 h 3640"/>
              <a:gd name="T44" fmla="*/ 1307 w 2348"/>
              <a:gd name="T45" fmla="*/ 3087 h 3640"/>
              <a:gd name="T46" fmla="*/ 2221 w 2348"/>
              <a:gd name="T47" fmla="*/ 2095 h 3640"/>
              <a:gd name="T48" fmla="*/ 2111 w 2348"/>
              <a:gd name="T49" fmla="*/ 1260 h 3640"/>
              <a:gd name="T50" fmla="*/ 0 w 2348"/>
              <a:gd name="T51" fmla="*/ 1606 h 3640"/>
              <a:gd name="T52" fmla="*/ 95 w 2348"/>
              <a:gd name="T53" fmla="*/ 1417 h 3640"/>
              <a:gd name="T54" fmla="*/ 0 w 2348"/>
              <a:gd name="T55" fmla="*/ 1606 h 3640"/>
              <a:gd name="T56" fmla="*/ 488 w 2348"/>
              <a:gd name="T57" fmla="*/ 2095 h 3640"/>
              <a:gd name="T58" fmla="*/ 1229 w 2348"/>
              <a:gd name="T59" fmla="*/ 2725 h 3640"/>
              <a:gd name="T60" fmla="*/ 1859 w 2348"/>
              <a:gd name="T61" fmla="*/ 1795 h 3640"/>
              <a:gd name="T62" fmla="*/ 488 w 2348"/>
              <a:gd name="T63" fmla="*/ 2095 h 3640"/>
              <a:gd name="T64" fmla="*/ 1339 w 2348"/>
              <a:gd name="T65" fmla="*/ 709 h 3640"/>
              <a:gd name="T66" fmla="*/ 1339 w 2348"/>
              <a:gd name="T67" fmla="*/ 614 h 3640"/>
              <a:gd name="T68" fmla="*/ 1828 w 2348"/>
              <a:gd name="T69" fmla="*/ 488 h 3640"/>
              <a:gd name="T70" fmla="*/ 1292 w 2348"/>
              <a:gd name="T71" fmla="*/ 441 h 3640"/>
              <a:gd name="T72" fmla="*/ 1796 w 2348"/>
              <a:gd name="T73" fmla="*/ 393 h 3640"/>
              <a:gd name="T74" fmla="*/ 551 w 2348"/>
              <a:gd name="T75" fmla="*/ 393 h 3640"/>
              <a:gd name="T76" fmla="*/ 1055 w 2348"/>
              <a:gd name="T77" fmla="*/ 441 h 3640"/>
              <a:gd name="T78" fmla="*/ 520 w 2348"/>
              <a:gd name="T79" fmla="*/ 488 h 3640"/>
              <a:gd name="T80" fmla="*/ 504 w 2348"/>
              <a:gd name="T81" fmla="*/ 535 h 3640"/>
              <a:gd name="T82" fmla="*/ 1008 w 2348"/>
              <a:gd name="T83" fmla="*/ 614 h 3640"/>
              <a:gd name="T84" fmla="*/ 1008 w 2348"/>
              <a:gd name="T85" fmla="*/ 709 h 3640"/>
              <a:gd name="T86" fmla="*/ 488 w 2348"/>
              <a:gd name="T87" fmla="*/ 724 h 3640"/>
              <a:gd name="T88" fmla="*/ 1008 w 2348"/>
              <a:gd name="T89" fmla="*/ 835 h 3640"/>
              <a:gd name="T90" fmla="*/ 1008 w 2348"/>
              <a:gd name="T91" fmla="*/ 913 h 3640"/>
              <a:gd name="T92" fmla="*/ 488 w 2348"/>
              <a:gd name="T93" fmla="*/ 1055 h 3640"/>
              <a:gd name="T94" fmla="*/ 1055 w 2348"/>
              <a:gd name="T95" fmla="*/ 1087 h 3640"/>
              <a:gd name="T96" fmla="*/ 488 w 2348"/>
              <a:gd name="T97" fmla="*/ 1134 h 3640"/>
              <a:gd name="T98" fmla="*/ 1859 w 2348"/>
              <a:gd name="T99" fmla="*/ 1465 h 3640"/>
              <a:gd name="T100" fmla="*/ 1339 w 2348"/>
              <a:gd name="T101" fmla="*/ 1134 h 3640"/>
              <a:gd name="T102" fmla="*/ 1339 w 2348"/>
              <a:gd name="T103" fmla="*/ 1055 h 3640"/>
              <a:gd name="T104" fmla="*/ 1859 w 2348"/>
              <a:gd name="T105" fmla="*/ 913 h 3640"/>
              <a:gd name="T106" fmla="*/ 1292 w 2348"/>
              <a:gd name="T107" fmla="*/ 882 h 3640"/>
              <a:gd name="T108" fmla="*/ 1859 w 2348"/>
              <a:gd name="T109" fmla="*/ 835 h 3640"/>
              <a:gd name="T110" fmla="*/ 1339 w 2348"/>
              <a:gd name="T111" fmla="*/ 709 h 3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348" h="3640">
                <a:moveTo>
                  <a:pt x="1859" y="1701"/>
                </a:moveTo>
                <a:lnTo>
                  <a:pt x="1859" y="1701"/>
                </a:lnTo>
                <a:cubicBezTo>
                  <a:pt x="488" y="1701"/>
                  <a:pt x="488" y="1701"/>
                  <a:pt x="488" y="1701"/>
                </a:cubicBezTo>
                <a:cubicBezTo>
                  <a:pt x="488" y="1560"/>
                  <a:pt x="488" y="1560"/>
                  <a:pt x="488" y="1560"/>
                </a:cubicBezTo>
                <a:cubicBezTo>
                  <a:pt x="1859" y="1560"/>
                  <a:pt x="1859" y="1560"/>
                  <a:pt x="1859" y="1560"/>
                </a:cubicBezTo>
                <a:lnTo>
                  <a:pt x="1859" y="1701"/>
                </a:lnTo>
                <a:close/>
                <a:moveTo>
                  <a:pt x="2253" y="1417"/>
                </a:moveTo>
                <a:lnTo>
                  <a:pt x="2253" y="1417"/>
                </a:lnTo>
                <a:cubicBezTo>
                  <a:pt x="2253" y="1606"/>
                  <a:pt x="2253" y="1606"/>
                  <a:pt x="2253" y="1606"/>
                </a:cubicBezTo>
                <a:cubicBezTo>
                  <a:pt x="2347" y="1606"/>
                  <a:pt x="2347" y="1606"/>
                  <a:pt x="2347" y="1606"/>
                </a:cubicBezTo>
                <a:cubicBezTo>
                  <a:pt x="2347" y="1417"/>
                  <a:pt x="2347" y="1417"/>
                  <a:pt x="2347" y="1417"/>
                </a:cubicBezTo>
                <a:lnTo>
                  <a:pt x="2253" y="1417"/>
                </a:lnTo>
                <a:close/>
                <a:moveTo>
                  <a:pt x="1985" y="1417"/>
                </a:moveTo>
                <a:lnTo>
                  <a:pt x="1985" y="1417"/>
                </a:lnTo>
                <a:cubicBezTo>
                  <a:pt x="1891" y="1417"/>
                  <a:pt x="1891" y="1417"/>
                  <a:pt x="1891" y="1417"/>
                </a:cubicBezTo>
                <a:cubicBezTo>
                  <a:pt x="1891" y="1606"/>
                  <a:pt x="1891" y="1606"/>
                  <a:pt x="1891" y="1606"/>
                </a:cubicBezTo>
                <a:cubicBezTo>
                  <a:pt x="1985" y="1606"/>
                  <a:pt x="1985" y="1606"/>
                  <a:pt x="1985" y="1606"/>
                </a:cubicBezTo>
                <a:lnTo>
                  <a:pt x="1985" y="1417"/>
                </a:lnTo>
                <a:close/>
                <a:moveTo>
                  <a:pt x="457" y="1417"/>
                </a:moveTo>
                <a:lnTo>
                  <a:pt x="457" y="1417"/>
                </a:lnTo>
                <a:cubicBezTo>
                  <a:pt x="362" y="1417"/>
                  <a:pt x="362" y="1417"/>
                  <a:pt x="362" y="1417"/>
                </a:cubicBezTo>
                <a:cubicBezTo>
                  <a:pt x="362" y="1606"/>
                  <a:pt x="362" y="1606"/>
                  <a:pt x="362" y="1606"/>
                </a:cubicBezTo>
                <a:cubicBezTo>
                  <a:pt x="457" y="1606"/>
                  <a:pt x="457" y="1606"/>
                  <a:pt x="457" y="1606"/>
                </a:cubicBezTo>
                <a:lnTo>
                  <a:pt x="457" y="1417"/>
                </a:lnTo>
                <a:close/>
                <a:moveTo>
                  <a:pt x="2111" y="1260"/>
                </a:moveTo>
                <a:lnTo>
                  <a:pt x="2111" y="1260"/>
                </a:lnTo>
                <a:cubicBezTo>
                  <a:pt x="2017" y="1260"/>
                  <a:pt x="2017" y="1323"/>
                  <a:pt x="2017" y="1323"/>
                </a:cubicBezTo>
                <a:cubicBezTo>
                  <a:pt x="2017" y="2095"/>
                  <a:pt x="2017" y="2095"/>
                  <a:pt x="2017" y="2095"/>
                </a:cubicBezTo>
                <a:cubicBezTo>
                  <a:pt x="2017" y="2127"/>
                  <a:pt x="2017" y="2142"/>
                  <a:pt x="2017" y="2174"/>
                </a:cubicBezTo>
                <a:cubicBezTo>
                  <a:pt x="1969" y="2583"/>
                  <a:pt x="1639" y="2898"/>
                  <a:pt x="1229" y="2898"/>
                </a:cubicBezTo>
                <a:cubicBezTo>
                  <a:pt x="1135" y="2898"/>
                  <a:pt x="1135" y="2898"/>
                  <a:pt x="1135" y="2898"/>
                </a:cubicBezTo>
                <a:cubicBezTo>
                  <a:pt x="709" y="2898"/>
                  <a:pt x="378" y="2583"/>
                  <a:pt x="331" y="2174"/>
                </a:cubicBezTo>
                <a:cubicBezTo>
                  <a:pt x="331" y="2142"/>
                  <a:pt x="331" y="2127"/>
                  <a:pt x="331" y="2095"/>
                </a:cubicBezTo>
                <a:cubicBezTo>
                  <a:pt x="331" y="1323"/>
                  <a:pt x="331" y="1323"/>
                  <a:pt x="331" y="1323"/>
                </a:cubicBezTo>
                <a:cubicBezTo>
                  <a:pt x="331" y="1323"/>
                  <a:pt x="331" y="1260"/>
                  <a:pt x="236" y="1260"/>
                </a:cubicBezTo>
                <a:cubicBezTo>
                  <a:pt x="142" y="1260"/>
                  <a:pt x="126" y="1323"/>
                  <a:pt x="126" y="1323"/>
                </a:cubicBezTo>
                <a:cubicBezTo>
                  <a:pt x="126" y="2095"/>
                  <a:pt x="126" y="2095"/>
                  <a:pt x="126" y="2095"/>
                </a:cubicBezTo>
                <a:cubicBezTo>
                  <a:pt x="126" y="2142"/>
                  <a:pt x="142" y="2190"/>
                  <a:pt x="142" y="2237"/>
                </a:cubicBezTo>
                <a:cubicBezTo>
                  <a:pt x="205" y="2694"/>
                  <a:pt x="583" y="3056"/>
                  <a:pt x="1055" y="3087"/>
                </a:cubicBezTo>
                <a:cubicBezTo>
                  <a:pt x="1055" y="3371"/>
                  <a:pt x="1055" y="3371"/>
                  <a:pt x="1055" y="3371"/>
                </a:cubicBezTo>
                <a:cubicBezTo>
                  <a:pt x="567" y="3371"/>
                  <a:pt x="567" y="3371"/>
                  <a:pt x="567" y="3371"/>
                </a:cubicBezTo>
                <a:cubicBezTo>
                  <a:pt x="378" y="3639"/>
                  <a:pt x="378" y="3639"/>
                  <a:pt x="378" y="3639"/>
                </a:cubicBezTo>
                <a:cubicBezTo>
                  <a:pt x="1969" y="3639"/>
                  <a:pt x="1969" y="3639"/>
                  <a:pt x="1969" y="3639"/>
                </a:cubicBezTo>
                <a:cubicBezTo>
                  <a:pt x="1780" y="3371"/>
                  <a:pt x="1780" y="3371"/>
                  <a:pt x="1780" y="3371"/>
                </a:cubicBezTo>
                <a:cubicBezTo>
                  <a:pt x="1307" y="3371"/>
                  <a:pt x="1307" y="3371"/>
                  <a:pt x="1307" y="3371"/>
                </a:cubicBezTo>
                <a:cubicBezTo>
                  <a:pt x="1307" y="3087"/>
                  <a:pt x="1307" y="3087"/>
                  <a:pt x="1307" y="3087"/>
                </a:cubicBezTo>
                <a:cubicBezTo>
                  <a:pt x="1765" y="3056"/>
                  <a:pt x="2143" y="2694"/>
                  <a:pt x="2206" y="2237"/>
                </a:cubicBezTo>
                <a:cubicBezTo>
                  <a:pt x="2221" y="2190"/>
                  <a:pt x="2221" y="2142"/>
                  <a:pt x="2221" y="2095"/>
                </a:cubicBezTo>
                <a:cubicBezTo>
                  <a:pt x="2221" y="1323"/>
                  <a:pt x="2221" y="1323"/>
                  <a:pt x="2221" y="1323"/>
                </a:cubicBezTo>
                <a:cubicBezTo>
                  <a:pt x="2221" y="1323"/>
                  <a:pt x="2206" y="1260"/>
                  <a:pt x="2111" y="1260"/>
                </a:cubicBezTo>
                <a:close/>
                <a:moveTo>
                  <a:pt x="0" y="1606"/>
                </a:moveTo>
                <a:lnTo>
                  <a:pt x="0" y="1606"/>
                </a:lnTo>
                <a:cubicBezTo>
                  <a:pt x="95" y="1606"/>
                  <a:pt x="95" y="1606"/>
                  <a:pt x="95" y="1606"/>
                </a:cubicBezTo>
                <a:cubicBezTo>
                  <a:pt x="95" y="1417"/>
                  <a:pt x="95" y="1417"/>
                  <a:pt x="95" y="1417"/>
                </a:cubicBezTo>
                <a:cubicBezTo>
                  <a:pt x="0" y="1417"/>
                  <a:pt x="0" y="1417"/>
                  <a:pt x="0" y="1417"/>
                </a:cubicBezTo>
                <a:lnTo>
                  <a:pt x="0" y="1606"/>
                </a:lnTo>
                <a:close/>
                <a:moveTo>
                  <a:pt x="488" y="2095"/>
                </a:moveTo>
                <a:lnTo>
                  <a:pt x="488" y="2095"/>
                </a:lnTo>
                <a:cubicBezTo>
                  <a:pt x="488" y="2442"/>
                  <a:pt x="772" y="2725"/>
                  <a:pt x="1135" y="2725"/>
                </a:cubicBezTo>
                <a:cubicBezTo>
                  <a:pt x="1229" y="2725"/>
                  <a:pt x="1229" y="2725"/>
                  <a:pt x="1229" y="2725"/>
                </a:cubicBezTo>
                <a:cubicBezTo>
                  <a:pt x="1576" y="2725"/>
                  <a:pt x="1859" y="2442"/>
                  <a:pt x="1859" y="2095"/>
                </a:cubicBezTo>
                <a:cubicBezTo>
                  <a:pt x="1859" y="1795"/>
                  <a:pt x="1859" y="1795"/>
                  <a:pt x="1859" y="1795"/>
                </a:cubicBezTo>
                <a:cubicBezTo>
                  <a:pt x="488" y="1795"/>
                  <a:pt x="488" y="1795"/>
                  <a:pt x="488" y="1795"/>
                </a:cubicBezTo>
                <a:lnTo>
                  <a:pt x="488" y="2095"/>
                </a:lnTo>
                <a:close/>
                <a:moveTo>
                  <a:pt x="1339" y="709"/>
                </a:moveTo>
                <a:lnTo>
                  <a:pt x="1339" y="709"/>
                </a:lnTo>
                <a:cubicBezTo>
                  <a:pt x="1324" y="709"/>
                  <a:pt x="1292" y="677"/>
                  <a:pt x="1292" y="661"/>
                </a:cubicBezTo>
                <a:cubicBezTo>
                  <a:pt x="1292" y="630"/>
                  <a:pt x="1324" y="614"/>
                  <a:pt x="1339" y="614"/>
                </a:cubicBezTo>
                <a:cubicBezTo>
                  <a:pt x="1859" y="614"/>
                  <a:pt x="1859" y="614"/>
                  <a:pt x="1859" y="614"/>
                </a:cubicBezTo>
                <a:cubicBezTo>
                  <a:pt x="1843" y="567"/>
                  <a:pt x="1843" y="520"/>
                  <a:pt x="1828" y="488"/>
                </a:cubicBezTo>
                <a:cubicBezTo>
                  <a:pt x="1339" y="488"/>
                  <a:pt x="1339" y="488"/>
                  <a:pt x="1339" y="488"/>
                </a:cubicBezTo>
                <a:cubicBezTo>
                  <a:pt x="1324" y="488"/>
                  <a:pt x="1292" y="457"/>
                  <a:pt x="1292" y="441"/>
                </a:cubicBezTo>
                <a:cubicBezTo>
                  <a:pt x="1292" y="409"/>
                  <a:pt x="1324" y="393"/>
                  <a:pt x="1339" y="393"/>
                </a:cubicBezTo>
                <a:cubicBezTo>
                  <a:pt x="1796" y="393"/>
                  <a:pt x="1796" y="393"/>
                  <a:pt x="1796" y="393"/>
                </a:cubicBezTo>
                <a:cubicBezTo>
                  <a:pt x="1686" y="157"/>
                  <a:pt x="1450" y="0"/>
                  <a:pt x="1181" y="0"/>
                </a:cubicBezTo>
                <a:cubicBezTo>
                  <a:pt x="898" y="0"/>
                  <a:pt x="662" y="157"/>
                  <a:pt x="551" y="393"/>
                </a:cubicBezTo>
                <a:cubicBezTo>
                  <a:pt x="1008" y="393"/>
                  <a:pt x="1008" y="393"/>
                  <a:pt x="1008" y="393"/>
                </a:cubicBezTo>
                <a:cubicBezTo>
                  <a:pt x="1040" y="393"/>
                  <a:pt x="1055" y="409"/>
                  <a:pt x="1055" y="441"/>
                </a:cubicBezTo>
                <a:cubicBezTo>
                  <a:pt x="1055" y="457"/>
                  <a:pt x="1040" y="488"/>
                  <a:pt x="1008" y="488"/>
                </a:cubicBezTo>
                <a:cubicBezTo>
                  <a:pt x="520" y="488"/>
                  <a:pt x="520" y="488"/>
                  <a:pt x="520" y="488"/>
                </a:cubicBezTo>
                <a:cubicBezTo>
                  <a:pt x="520" y="504"/>
                  <a:pt x="504" y="504"/>
                  <a:pt x="504" y="520"/>
                </a:cubicBezTo>
                <a:cubicBezTo>
                  <a:pt x="504" y="535"/>
                  <a:pt x="504" y="535"/>
                  <a:pt x="504" y="535"/>
                </a:cubicBezTo>
                <a:cubicBezTo>
                  <a:pt x="504" y="567"/>
                  <a:pt x="488" y="583"/>
                  <a:pt x="488" y="614"/>
                </a:cubicBezTo>
                <a:cubicBezTo>
                  <a:pt x="1008" y="614"/>
                  <a:pt x="1008" y="614"/>
                  <a:pt x="1008" y="614"/>
                </a:cubicBezTo>
                <a:cubicBezTo>
                  <a:pt x="1040" y="614"/>
                  <a:pt x="1055" y="630"/>
                  <a:pt x="1055" y="661"/>
                </a:cubicBezTo>
                <a:cubicBezTo>
                  <a:pt x="1055" y="677"/>
                  <a:pt x="1040" y="709"/>
                  <a:pt x="1008" y="709"/>
                </a:cubicBezTo>
                <a:cubicBezTo>
                  <a:pt x="488" y="709"/>
                  <a:pt x="488" y="709"/>
                  <a:pt x="488" y="709"/>
                </a:cubicBezTo>
                <a:lnTo>
                  <a:pt x="488" y="724"/>
                </a:lnTo>
                <a:cubicBezTo>
                  <a:pt x="488" y="835"/>
                  <a:pt x="488" y="835"/>
                  <a:pt x="488" y="835"/>
                </a:cubicBezTo>
                <a:cubicBezTo>
                  <a:pt x="1008" y="835"/>
                  <a:pt x="1008" y="835"/>
                  <a:pt x="1008" y="835"/>
                </a:cubicBezTo>
                <a:cubicBezTo>
                  <a:pt x="1040" y="835"/>
                  <a:pt x="1055" y="850"/>
                  <a:pt x="1055" y="882"/>
                </a:cubicBezTo>
                <a:cubicBezTo>
                  <a:pt x="1055" y="898"/>
                  <a:pt x="1040" y="913"/>
                  <a:pt x="1008" y="913"/>
                </a:cubicBezTo>
                <a:cubicBezTo>
                  <a:pt x="488" y="913"/>
                  <a:pt x="488" y="913"/>
                  <a:pt x="488" y="913"/>
                </a:cubicBezTo>
                <a:cubicBezTo>
                  <a:pt x="488" y="1055"/>
                  <a:pt x="488" y="1055"/>
                  <a:pt x="488" y="1055"/>
                </a:cubicBezTo>
                <a:cubicBezTo>
                  <a:pt x="1008" y="1055"/>
                  <a:pt x="1008" y="1055"/>
                  <a:pt x="1008" y="1055"/>
                </a:cubicBezTo>
                <a:cubicBezTo>
                  <a:pt x="1040" y="1055"/>
                  <a:pt x="1055" y="1071"/>
                  <a:pt x="1055" y="1087"/>
                </a:cubicBezTo>
                <a:cubicBezTo>
                  <a:pt x="1055" y="1118"/>
                  <a:pt x="1040" y="1134"/>
                  <a:pt x="1008" y="1134"/>
                </a:cubicBezTo>
                <a:cubicBezTo>
                  <a:pt x="488" y="1134"/>
                  <a:pt x="488" y="1134"/>
                  <a:pt x="488" y="1134"/>
                </a:cubicBezTo>
                <a:cubicBezTo>
                  <a:pt x="488" y="1465"/>
                  <a:pt x="488" y="1465"/>
                  <a:pt x="488" y="1465"/>
                </a:cubicBezTo>
                <a:cubicBezTo>
                  <a:pt x="1859" y="1465"/>
                  <a:pt x="1859" y="1465"/>
                  <a:pt x="1859" y="1465"/>
                </a:cubicBezTo>
                <a:cubicBezTo>
                  <a:pt x="1859" y="1134"/>
                  <a:pt x="1859" y="1134"/>
                  <a:pt x="1859" y="1134"/>
                </a:cubicBezTo>
                <a:cubicBezTo>
                  <a:pt x="1339" y="1134"/>
                  <a:pt x="1339" y="1134"/>
                  <a:pt x="1339" y="1134"/>
                </a:cubicBezTo>
                <a:cubicBezTo>
                  <a:pt x="1324" y="1134"/>
                  <a:pt x="1292" y="1118"/>
                  <a:pt x="1292" y="1087"/>
                </a:cubicBezTo>
                <a:cubicBezTo>
                  <a:pt x="1292" y="1071"/>
                  <a:pt x="1324" y="1055"/>
                  <a:pt x="1339" y="1055"/>
                </a:cubicBezTo>
                <a:cubicBezTo>
                  <a:pt x="1859" y="1055"/>
                  <a:pt x="1859" y="1055"/>
                  <a:pt x="1859" y="1055"/>
                </a:cubicBezTo>
                <a:cubicBezTo>
                  <a:pt x="1859" y="913"/>
                  <a:pt x="1859" y="913"/>
                  <a:pt x="1859" y="913"/>
                </a:cubicBezTo>
                <a:cubicBezTo>
                  <a:pt x="1339" y="913"/>
                  <a:pt x="1339" y="913"/>
                  <a:pt x="1339" y="913"/>
                </a:cubicBezTo>
                <a:cubicBezTo>
                  <a:pt x="1324" y="913"/>
                  <a:pt x="1292" y="898"/>
                  <a:pt x="1292" y="882"/>
                </a:cubicBezTo>
                <a:cubicBezTo>
                  <a:pt x="1292" y="850"/>
                  <a:pt x="1324" y="835"/>
                  <a:pt x="1339" y="835"/>
                </a:cubicBezTo>
                <a:cubicBezTo>
                  <a:pt x="1859" y="835"/>
                  <a:pt x="1859" y="835"/>
                  <a:pt x="1859" y="835"/>
                </a:cubicBezTo>
                <a:cubicBezTo>
                  <a:pt x="1859" y="709"/>
                  <a:pt x="1859" y="709"/>
                  <a:pt x="1859" y="709"/>
                </a:cubicBezTo>
                <a:lnTo>
                  <a:pt x="1339" y="70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400">
              <a:solidFill>
                <a:schemeClr val="tx1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F6DBA16-CACD-0761-EB57-5F790E83167D}"/>
              </a:ext>
            </a:extLst>
          </p:cNvPr>
          <p:cNvGrpSpPr/>
          <p:nvPr userDrawn="1"/>
        </p:nvGrpSpPr>
        <p:grpSpPr>
          <a:xfrm>
            <a:off x="6165128" y="2337987"/>
            <a:ext cx="1000364" cy="1000364"/>
            <a:chOff x="1107206" y="2614365"/>
            <a:chExt cx="750273" cy="750273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252A7A4B-774F-8F7F-CC0C-2B95E55F35E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7206" y="2614365"/>
              <a:ext cx="750273" cy="750273"/>
            </a:xfrm>
            <a:custGeom>
              <a:avLst/>
              <a:gdLst>
                <a:gd name="T0" fmla="*/ 906 w 1812"/>
                <a:gd name="T1" fmla="*/ 219 h 1812"/>
                <a:gd name="T2" fmla="*/ 1593 w 1812"/>
                <a:gd name="T3" fmla="*/ 906 h 1812"/>
                <a:gd name="T4" fmla="*/ 906 w 1812"/>
                <a:gd name="T5" fmla="*/ 1593 h 1812"/>
                <a:gd name="T6" fmla="*/ 219 w 1812"/>
                <a:gd name="T7" fmla="*/ 906 h 1812"/>
                <a:gd name="T8" fmla="*/ 906 w 1812"/>
                <a:gd name="T9" fmla="*/ 219 h 1812"/>
                <a:gd name="T10" fmla="*/ 906 w 1812"/>
                <a:gd name="T11" fmla="*/ 0 h 1812"/>
                <a:gd name="T12" fmla="*/ 0 w 1812"/>
                <a:gd name="T13" fmla="*/ 906 h 1812"/>
                <a:gd name="T14" fmla="*/ 906 w 1812"/>
                <a:gd name="T15" fmla="*/ 1811 h 1812"/>
                <a:gd name="T16" fmla="*/ 1811 w 1812"/>
                <a:gd name="T17" fmla="*/ 906 h 1812"/>
                <a:gd name="T18" fmla="*/ 906 w 1812"/>
                <a:gd name="T19" fmla="*/ 0 h 1812"/>
                <a:gd name="T20" fmla="*/ 906 w 1812"/>
                <a:gd name="T21" fmla="*/ 219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2" h="1812">
                  <a:moveTo>
                    <a:pt x="906" y="219"/>
                  </a:moveTo>
                  <a:cubicBezTo>
                    <a:pt x="1280" y="219"/>
                    <a:pt x="1593" y="531"/>
                    <a:pt x="1593" y="906"/>
                  </a:cubicBezTo>
                  <a:cubicBezTo>
                    <a:pt x="1593" y="1280"/>
                    <a:pt x="1280" y="1593"/>
                    <a:pt x="906" y="1593"/>
                  </a:cubicBezTo>
                  <a:cubicBezTo>
                    <a:pt x="531" y="1593"/>
                    <a:pt x="219" y="1280"/>
                    <a:pt x="219" y="906"/>
                  </a:cubicBezTo>
                  <a:cubicBezTo>
                    <a:pt x="219" y="531"/>
                    <a:pt x="531" y="219"/>
                    <a:pt x="906" y="219"/>
                  </a:cubicBezTo>
                  <a:lnTo>
                    <a:pt x="906" y="0"/>
                  </a:lnTo>
                  <a:cubicBezTo>
                    <a:pt x="406" y="0"/>
                    <a:pt x="0" y="406"/>
                    <a:pt x="0" y="906"/>
                  </a:cubicBezTo>
                  <a:cubicBezTo>
                    <a:pt x="0" y="1405"/>
                    <a:pt x="406" y="1811"/>
                    <a:pt x="906" y="1811"/>
                  </a:cubicBezTo>
                  <a:cubicBezTo>
                    <a:pt x="1405" y="1811"/>
                    <a:pt x="1811" y="1405"/>
                    <a:pt x="1811" y="906"/>
                  </a:cubicBezTo>
                  <a:cubicBezTo>
                    <a:pt x="1811" y="406"/>
                    <a:pt x="1405" y="0"/>
                    <a:pt x="906" y="0"/>
                  </a:cubicBezTo>
                  <a:lnTo>
                    <a:pt x="906" y="219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34" name="Line 2">
              <a:extLst>
                <a:ext uri="{FF2B5EF4-FFF2-40B4-BE49-F238E27FC236}">
                  <a16:creationId xmlns:a16="http://schemas.microsoft.com/office/drawing/2014/main" id="{164BAF24-9D09-02B2-A488-9E6DE05B5E7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226411" y="2743488"/>
              <a:ext cx="495589" cy="504696"/>
            </a:xfrm>
            <a:prstGeom prst="line">
              <a:avLst/>
            </a:prstGeom>
            <a:noFill/>
            <a:ln w="78840" cap="flat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29690B5-9A18-F63D-D311-8D9A63D05348}"/>
              </a:ext>
            </a:extLst>
          </p:cNvPr>
          <p:cNvGrpSpPr/>
          <p:nvPr userDrawn="1"/>
        </p:nvGrpSpPr>
        <p:grpSpPr>
          <a:xfrm>
            <a:off x="2913498" y="2373825"/>
            <a:ext cx="990716" cy="990716"/>
            <a:chOff x="259678" y="2641243"/>
            <a:chExt cx="743037" cy="743037"/>
          </a:xfrm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C2CC09CF-16C2-6DEB-C7B1-1EC301E0D0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78" y="2641243"/>
              <a:ext cx="743037" cy="743037"/>
            </a:xfrm>
            <a:custGeom>
              <a:avLst/>
              <a:gdLst>
                <a:gd name="T0" fmla="*/ 906 w 1812"/>
                <a:gd name="T1" fmla="*/ 219 h 1812"/>
                <a:gd name="T2" fmla="*/ 1593 w 1812"/>
                <a:gd name="T3" fmla="*/ 906 h 1812"/>
                <a:gd name="T4" fmla="*/ 906 w 1812"/>
                <a:gd name="T5" fmla="*/ 1593 h 1812"/>
                <a:gd name="T6" fmla="*/ 219 w 1812"/>
                <a:gd name="T7" fmla="*/ 906 h 1812"/>
                <a:gd name="T8" fmla="*/ 906 w 1812"/>
                <a:gd name="T9" fmla="*/ 219 h 1812"/>
                <a:gd name="T10" fmla="*/ 906 w 1812"/>
                <a:gd name="T11" fmla="*/ 0 h 1812"/>
                <a:gd name="T12" fmla="*/ 0 w 1812"/>
                <a:gd name="T13" fmla="*/ 906 h 1812"/>
                <a:gd name="T14" fmla="*/ 906 w 1812"/>
                <a:gd name="T15" fmla="*/ 1811 h 1812"/>
                <a:gd name="T16" fmla="*/ 1811 w 1812"/>
                <a:gd name="T17" fmla="*/ 906 h 1812"/>
                <a:gd name="T18" fmla="*/ 906 w 1812"/>
                <a:gd name="T19" fmla="*/ 0 h 1812"/>
                <a:gd name="T20" fmla="*/ 906 w 1812"/>
                <a:gd name="T21" fmla="*/ 219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2" h="1812">
                  <a:moveTo>
                    <a:pt x="906" y="219"/>
                  </a:moveTo>
                  <a:cubicBezTo>
                    <a:pt x="1280" y="219"/>
                    <a:pt x="1593" y="531"/>
                    <a:pt x="1593" y="906"/>
                  </a:cubicBezTo>
                  <a:cubicBezTo>
                    <a:pt x="1593" y="1280"/>
                    <a:pt x="1280" y="1593"/>
                    <a:pt x="906" y="1593"/>
                  </a:cubicBezTo>
                  <a:cubicBezTo>
                    <a:pt x="531" y="1593"/>
                    <a:pt x="219" y="1280"/>
                    <a:pt x="219" y="906"/>
                  </a:cubicBezTo>
                  <a:cubicBezTo>
                    <a:pt x="219" y="531"/>
                    <a:pt x="531" y="219"/>
                    <a:pt x="906" y="219"/>
                  </a:cubicBezTo>
                  <a:lnTo>
                    <a:pt x="906" y="0"/>
                  </a:lnTo>
                  <a:cubicBezTo>
                    <a:pt x="406" y="0"/>
                    <a:pt x="0" y="406"/>
                    <a:pt x="0" y="906"/>
                  </a:cubicBezTo>
                  <a:cubicBezTo>
                    <a:pt x="0" y="1405"/>
                    <a:pt x="406" y="1811"/>
                    <a:pt x="906" y="1811"/>
                  </a:cubicBezTo>
                  <a:cubicBezTo>
                    <a:pt x="1405" y="1811"/>
                    <a:pt x="1811" y="1405"/>
                    <a:pt x="1811" y="906"/>
                  </a:cubicBezTo>
                  <a:cubicBezTo>
                    <a:pt x="1811" y="406"/>
                    <a:pt x="1405" y="0"/>
                    <a:pt x="906" y="0"/>
                  </a:cubicBezTo>
                  <a:lnTo>
                    <a:pt x="906" y="219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7" name="Line 2">
              <a:extLst>
                <a:ext uri="{FF2B5EF4-FFF2-40B4-BE49-F238E27FC236}">
                  <a16:creationId xmlns:a16="http://schemas.microsoft.com/office/drawing/2014/main" id="{AAD989CE-4C5E-A46F-D075-04ED6D1A4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33" y="2769121"/>
              <a:ext cx="490809" cy="499829"/>
            </a:xfrm>
            <a:prstGeom prst="line">
              <a:avLst/>
            </a:prstGeom>
            <a:noFill/>
            <a:ln w="78840" cap="flat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6" name="Picture 28">
            <a:extLst>
              <a:ext uri="{FF2B5EF4-FFF2-40B4-BE49-F238E27FC236}">
                <a16:creationId xmlns:a16="http://schemas.microsoft.com/office/drawing/2014/main" id="{F9ABAF8D-1504-EF67-429C-25268254D06D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FA0085C6-BB37-FE20-B15B-08E1F516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9CCB140C-85C9-F0A0-FD13-C14AEB565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7FF6AD-A9D5-A8F2-4DF8-782CF66802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BC6921F-833C-A43C-F7C1-9335D882B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82D667-4514-E680-CB4C-6F395EB3E1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POLICIES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21F9B63-4713-3B5E-D3EB-85059AC09D39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BCEA50E-46B8-2343-D78C-CFE6EC3779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5EB1C19-7C10-7661-1567-2CEB85118D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7E1462B-0335-0797-78BA-62B146C36E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48059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Polic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5493A-BADD-1990-A2B1-491EBDF40725}"/>
              </a:ext>
            </a:extLst>
          </p:cNvPr>
          <p:cNvSpPr txBox="1"/>
          <p:nvPr userDrawn="1"/>
        </p:nvSpPr>
        <p:spPr>
          <a:xfrm>
            <a:off x="3653932" y="2846998"/>
            <a:ext cx="827193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Photographs of this poster are not permitted.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18F0EFF-D158-8515-7F1C-AB8525CA389A}"/>
              </a:ext>
            </a:extLst>
          </p:cNvPr>
          <p:cNvSpPr/>
          <p:nvPr userDrawn="1"/>
        </p:nvSpPr>
        <p:spPr>
          <a:xfrm>
            <a:off x="2728173" y="2810201"/>
            <a:ext cx="535259" cy="53525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F63B9F0-22A3-2088-401F-CF85D56B8149}"/>
              </a:ext>
            </a:extLst>
          </p:cNvPr>
          <p:cNvSpPr/>
          <p:nvPr userDrawn="1"/>
        </p:nvSpPr>
        <p:spPr>
          <a:xfrm>
            <a:off x="2728173" y="3754921"/>
            <a:ext cx="535259" cy="535259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A71473-E446-4B26-AB09-8E87B5B6E2FA}"/>
              </a:ext>
            </a:extLst>
          </p:cNvPr>
          <p:cNvSpPr/>
          <p:nvPr userDrawn="1"/>
        </p:nvSpPr>
        <p:spPr>
          <a:xfrm>
            <a:off x="2728173" y="4845170"/>
            <a:ext cx="535259" cy="535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8A5068-D9C6-96E5-DCCB-E7511BD22777}"/>
              </a:ext>
            </a:extLst>
          </p:cNvPr>
          <p:cNvSpPr txBox="1"/>
          <p:nvPr userDrawn="1"/>
        </p:nvSpPr>
        <p:spPr>
          <a:xfrm>
            <a:off x="2717800" y="1379617"/>
            <a:ext cx="906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i="0" spc="133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Photographs of posters at AAIC</a:t>
            </a:r>
            <a:r>
              <a:rPr lang="en-US" sz="2400" b="0" i="0" spc="133" baseline="3000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®</a:t>
            </a:r>
            <a:r>
              <a:rPr lang="en-US" sz="2400" b="0" i="0" spc="133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2025 are prohibited </a:t>
            </a:r>
            <a:br>
              <a:rPr lang="en-US" sz="2400" b="0" i="0" spc="133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0" i="0" spc="133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unless permitted by the presenter. Check posters for stickers indicating one of the three permission levels: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125BE7-F053-4581-FDA2-04ED37FDCFEB}"/>
              </a:ext>
            </a:extLst>
          </p:cNvPr>
          <p:cNvSpPr txBox="1"/>
          <p:nvPr userDrawn="1"/>
        </p:nvSpPr>
        <p:spPr>
          <a:xfrm>
            <a:off x="583721" y="633578"/>
            <a:ext cx="9154756" cy="712621"/>
          </a:xfrm>
          <a:prstGeom prst="rect">
            <a:avLst/>
          </a:prstGeom>
        </p:spPr>
        <p:txBody>
          <a:bodyPr vert="horz" wrap="square" lIns="0" tIns="0" rIns="0" bIns="0" numCol="1" rtlCol="0">
            <a:noAutofit/>
          </a:bodyPr>
          <a:lstStyle/>
          <a:p>
            <a:pPr algn="l">
              <a:lnSpc>
                <a:spcPts val="3000"/>
              </a:lnSpc>
              <a:spcAft>
                <a:spcPts val="500"/>
              </a:spcAft>
            </a:pPr>
            <a:r>
              <a:rPr lang="en-US" sz="4400" b="1" spc="100" baseline="0" dirty="0">
                <a:latin typeface="+mj-lt"/>
              </a:rPr>
              <a:t>POSTER PHOTO POLICY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47361A-4A6D-13B9-EAAB-32891FC7F2F6}"/>
              </a:ext>
            </a:extLst>
          </p:cNvPr>
          <p:cNvSpPr txBox="1"/>
          <p:nvPr userDrawn="1"/>
        </p:nvSpPr>
        <p:spPr>
          <a:xfrm>
            <a:off x="3653932" y="4697301"/>
            <a:ext cx="8271933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You may take photographs of this poster </a:t>
            </a:r>
            <a:b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and share them on social media.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B6C1FD-EBA4-E904-F282-B074204C67E8}"/>
              </a:ext>
            </a:extLst>
          </p:cNvPr>
          <p:cNvSpPr txBox="1"/>
          <p:nvPr userDrawn="1"/>
        </p:nvSpPr>
        <p:spPr>
          <a:xfrm>
            <a:off x="3653932" y="3607052"/>
            <a:ext cx="8271933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You may take photographs of this poster, </a:t>
            </a:r>
            <a:b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 only for your own personal use.</a:t>
            </a:r>
          </a:p>
        </p:txBody>
      </p:sp>
      <p:sp>
        <p:nvSpPr>
          <p:cNvPr id="10" name="Picture 28">
            <a:extLst>
              <a:ext uri="{FF2B5EF4-FFF2-40B4-BE49-F238E27FC236}">
                <a16:creationId xmlns:a16="http://schemas.microsoft.com/office/drawing/2014/main" id="{722BA7BC-6108-FB33-A57F-8800761619B5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F9314BD8-AC74-EA0F-9E6D-FE476B0A11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325E1194-E32F-229D-16D2-8472743EC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405FF83-E8B4-4D2F-B8FB-A51C2C372E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A5511BA8-9745-B36A-A0B4-CEB415309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8B1B4AF-21CB-7362-72CB-A0AC74F6C0CD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8B367E6-73B6-A53A-83AE-75EB577E9B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421BB0F-20A8-4108-03D1-39496911D2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D89C0FC-20E5-D0F9-98E1-9E36F7398A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009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48CFC-2593-E4FB-2332-6A8C0A6F46D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829049" y="1342592"/>
            <a:ext cx="5746751" cy="891692"/>
          </a:xfrm>
        </p:spPr>
        <p:txBody>
          <a:bodyPr anchor="ctr">
            <a:noAutofit/>
          </a:bodyPr>
          <a:lstStyle>
            <a:lvl1pPr marL="0" indent="0">
              <a:buNone/>
              <a:defRPr sz="2400" b="1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Name Name Name,</a:t>
            </a:r>
            <a:br>
              <a:rPr lang="en-US" dirty="0"/>
            </a:br>
            <a:r>
              <a:rPr lang="en-US" dirty="0"/>
              <a:t>Affiliation, City, Country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94D46F6-8B8F-C090-8AD9-FE76F798C705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829049" y="2407966"/>
            <a:ext cx="5746751" cy="891692"/>
          </a:xfrm>
        </p:spPr>
        <p:txBody>
          <a:bodyPr anchor="ctr">
            <a:noAutofit/>
          </a:bodyPr>
          <a:lstStyle>
            <a:lvl1pPr marL="0" indent="0">
              <a:buNone/>
              <a:defRPr sz="240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Website Address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43CD77-1DC8-D6EB-268B-C1696FEB4B0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3829049" y="3462881"/>
            <a:ext cx="5746751" cy="891692"/>
          </a:xfrm>
        </p:spPr>
        <p:txBody>
          <a:bodyPr anchor="ctr">
            <a:noAutofit/>
          </a:bodyPr>
          <a:lstStyle>
            <a:lvl1pPr marL="0" indent="0">
              <a:buNone/>
              <a:defRPr sz="2400" baseline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Email or Social Media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82A9468-560A-6E83-4263-F41354A56FF9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3829049" y="4488086"/>
            <a:ext cx="5746751" cy="891692"/>
          </a:xfrm>
        </p:spPr>
        <p:txBody>
          <a:bodyPr anchor="ctr">
            <a:noAutofit/>
          </a:bodyPr>
          <a:lstStyle>
            <a:lvl1pPr marL="0" indent="0">
              <a:buNone/>
              <a:defRPr sz="240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 Media or #Hashtag</a:t>
            </a:r>
          </a:p>
        </p:txBody>
      </p:sp>
      <p:pic>
        <p:nvPicPr>
          <p:cNvPr id="3" name="Picture 29">
            <a:extLst>
              <a:ext uri="{FF2B5EF4-FFF2-40B4-BE49-F238E27FC236}">
                <a16:creationId xmlns:a16="http://schemas.microsoft.com/office/drawing/2014/main" id="{5B30BCEE-5AE3-B0DA-A47E-8069C32FB2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805719" y="1482291"/>
            <a:ext cx="813781" cy="582412"/>
          </a:xfrm>
          <a:prstGeom prst="rect">
            <a:avLst/>
          </a:prstGeom>
        </p:spPr>
      </p:pic>
      <p:pic>
        <p:nvPicPr>
          <p:cNvPr id="13" name="Picture 29">
            <a:extLst>
              <a:ext uri="{FF2B5EF4-FFF2-40B4-BE49-F238E27FC236}">
                <a16:creationId xmlns:a16="http://schemas.microsoft.com/office/drawing/2014/main" id="{DA79EB23-0E12-BAFE-C3D7-3353C4552AC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05719" y="2542741"/>
            <a:ext cx="813781" cy="582412"/>
          </a:xfrm>
          <a:prstGeom prst="rect">
            <a:avLst/>
          </a:prstGeom>
        </p:spPr>
      </p:pic>
      <p:pic>
        <p:nvPicPr>
          <p:cNvPr id="18" name="Picture 29">
            <a:extLst>
              <a:ext uri="{FF2B5EF4-FFF2-40B4-BE49-F238E27FC236}">
                <a16:creationId xmlns:a16="http://schemas.microsoft.com/office/drawing/2014/main" id="{41DE148D-10CA-83AE-F6A8-BF7694636E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805719" y="3628591"/>
            <a:ext cx="813781" cy="582412"/>
          </a:xfrm>
          <a:prstGeom prst="rect">
            <a:avLst/>
          </a:prstGeom>
        </p:spPr>
      </p:pic>
      <p:pic>
        <p:nvPicPr>
          <p:cNvPr id="19" name="Picture 29">
            <a:extLst>
              <a:ext uri="{FF2B5EF4-FFF2-40B4-BE49-F238E27FC236}">
                <a16:creationId xmlns:a16="http://schemas.microsoft.com/office/drawing/2014/main" id="{30971733-48D0-7B12-1D2C-9BB0BFBCF4C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805719" y="4663641"/>
            <a:ext cx="813781" cy="5824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0347F4-0727-1558-8DFD-E884B41CBAFD}"/>
              </a:ext>
            </a:extLst>
          </p:cNvPr>
          <p:cNvSpPr txBox="1"/>
          <p:nvPr userDrawn="1"/>
        </p:nvSpPr>
        <p:spPr>
          <a:xfrm>
            <a:off x="583721" y="0"/>
            <a:ext cx="9154756" cy="1612900"/>
          </a:xfrm>
          <a:prstGeom prst="rect">
            <a:avLst/>
          </a:prstGeom>
        </p:spPr>
        <p:txBody>
          <a:bodyPr vert="horz" wrap="square" lIns="0" tIns="0" rIns="0" bIns="0" numCol="1" rtlCol="0" anchor="ctr">
            <a:noAutofit/>
          </a:bodyPr>
          <a:lstStyle/>
          <a:p>
            <a:pPr algn="l">
              <a:lnSpc>
                <a:spcPts val="3000"/>
              </a:lnSpc>
              <a:spcAft>
                <a:spcPts val="500"/>
              </a:spcAft>
            </a:pPr>
            <a:r>
              <a:rPr lang="en-US" sz="4400" b="0" spc="100" baseline="0" dirty="0">
                <a:latin typeface="+mj-lt"/>
              </a:rPr>
              <a:t>CONTACT</a:t>
            </a:r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86D3AF1C-4FF4-286E-8823-CCE6C4E0D6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1A502463-E1DE-3127-61AA-E33CF38B8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F5BA253-6DA3-6FF3-541D-4EAF717B372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D4F5A6F4-3A58-C696-B6E7-80174EF5A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sp>
        <p:nvSpPr>
          <p:cNvPr id="24" name="Picture 28">
            <a:extLst>
              <a:ext uri="{FF2B5EF4-FFF2-40B4-BE49-F238E27FC236}">
                <a16:creationId xmlns:a16="http://schemas.microsoft.com/office/drawing/2014/main" id="{2059B49D-2C20-41A1-8BBB-DD4B3A9D1A31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A031A63-AD8D-BFC5-3B85-BD8EE2B15D15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DC9D72D-3380-5F85-768A-62BD04B954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4C1D1FF-D7CE-2F5D-4E46-ADBFA27B20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E6E3F6F-C3F2-2624-085F-6C21D4CDF6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864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000"/>
                            </p:stCondLst>
                            <p:childTnLst>
                              <p:par>
                                <p:cTn id="4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500"/>
                            </p:stCondLst>
                            <p:childTnLst>
                              <p:par>
                                <p:cTn id="5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allAtOnce"/>
      <p:bldP spid="24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gin Digit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A purple arrow pointing to a black background&#10;&#10;AI-generated content may be incorrect.">
            <a:extLst>
              <a:ext uri="{FF2B5EF4-FFF2-40B4-BE49-F238E27FC236}">
                <a16:creationId xmlns:a16="http://schemas.microsoft.com/office/drawing/2014/main" id="{EE934CD8-44CB-7B30-2058-4D19FB36B0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84198" y="15073"/>
            <a:ext cx="4838207" cy="6826725"/>
          </a:xfrm>
          <a:prstGeom prst="rect">
            <a:avLst/>
          </a:prstGeom>
        </p:spPr>
      </p:pic>
      <p:pic>
        <p:nvPicPr>
          <p:cNvPr id="51" name="Picture 50" descr="A purple arrow on a black background&#10;&#10;AI-generated content may be incorrect.">
            <a:extLst>
              <a:ext uri="{FF2B5EF4-FFF2-40B4-BE49-F238E27FC236}">
                <a16:creationId xmlns:a16="http://schemas.microsoft.com/office/drawing/2014/main" id="{88517D94-5524-A653-48E7-70BA111B92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12019" y="-1"/>
            <a:ext cx="4865236" cy="6864863"/>
          </a:xfrm>
          <a:prstGeom prst="rect">
            <a:avLst/>
          </a:prstGeom>
        </p:spPr>
      </p:pic>
      <p:pic>
        <p:nvPicPr>
          <p:cNvPr id="52" name="Picture 51" descr="A purple arrow pointing to the right&#10;&#10;AI-generated content may be incorrect.">
            <a:extLst>
              <a:ext uri="{FF2B5EF4-FFF2-40B4-BE49-F238E27FC236}">
                <a16:creationId xmlns:a16="http://schemas.microsoft.com/office/drawing/2014/main" id="{CA8CCAC4-6A14-016A-E39B-2AF53F4DF9F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0798" y="10050"/>
            <a:ext cx="4847217" cy="683943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22FB08AC-C95E-0A10-546A-3A402F7C74F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6666408" y="10050"/>
            <a:ext cx="4847216" cy="6839435"/>
          </a:xfrm>
          <a:prstGeom prst="rect">
            <a:avLst/>
          </a:prstGeom>
        </p:spPr>
      </p:pic>
      <p:pic>
        <p:nvPicPr>
          <p:cNvPr id="54" name="Picture 53" descr="A purple arrow on a black background&#10;&#10;AI-generated content may be incorrect.">
            <a:extLst>
              <a:ext uri="{FF2B5EF4-FFF2-40B4-BE49-F238E27FC236}">
                <a16:creationId xmlns:a16="http://schemas.microsoft.com/office/drawing/2014/main" id="{52889DB5-A356-8F6C-6184-F09E714D5F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729673" y="-1"/>
            <a:ext cx="4865236" cy="686486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6498F3A6-A521-C1D9-7B4B-C306C0E8CA4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-2423608" y="10050"/>
            <a:ext cx="4847216" cy="6839435"/>
          </a:xfrm>
          <a:prstGeom prst="rect">
            <a:avLst/>
          </a:prstGeom>
        </p:spPr>
      </p:pic>
      <p:pic>
        <p:nvPicPr>
          <p:cNvPr id="37" name="Picture 36" descr="AAIC 25 Horizontal Logo">
            <a:extLst>
              <a:ext uri="{FF2B5EF4-FFF2-40B4-BE49-F238E27FC236}">
                <a16:creationId xmlns:a16="http://schemas.microsoft.com/office/drawing/2014/main" id="{A65566E9-CAE8-475E-F029-AFB2E7A05A7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701793" y="5392466"/>
            <a:ext cx="5871210" cy="966650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C0446DE5-20D3-E29A-6AE7-AF76376C06B7}"/>
              </a:ext>
            </a:extLst>
          </p:cNvPr>
          <p:cNvSpPr txBox="1">
            <a:spLocks/>
          </p:cNvSpPr>
          <p:nvPr userDrawn="1"/>
        </p:nvSpPr>
        <p:spPr>
          <a:xfrm>
            <a:off x="2973815" y="2313501"/>
            <a:ext cx="8188658" cy="226855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200" baseline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4000" b="1" spc="200" baseline="0" dirty="0">
                <a:latin typeface="+mj-lt"/>
              </a:rPr>
              <a:t>The session will begin shortly.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6B83EE4-9F30-0F55-BE97-EAB11008970B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0F4D9015-6A5C-90F5-7845-F18AF26C1A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7EED2FAA-61A4-E3DC-F4D2-A03BFDA76E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F3429571-4FE5-F2D4-C8A1-7E30BE5C205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437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3888" userDrawn="1">
          <p15:clr>
            <a:srgbClr val="FBAE40"/>
          </p15:clr>
        </p15:guide>
        <p15:guide id="2" pos="384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Digit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urple arrow pointing to a black background&#10;&#10;AI-generated content may be incorrect.">
            <a:extLst>
              <a:ext uri="{FF2B5EF4-FFF2-40B4-BE49-F238E27FC236}">
                <a16:creationId xmlns:a16="http://schemas.microsoft.com/office/drawing/2014/main" id="{7F01E67B-5259-E672-9EAB-3675F1B571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84198" y="15073"/>
            <a:ext cx="4838207" cy="6826725"/>
          </a:xfrm>
          <a:prstGeom prst="rect">
            <a:avLst/>
          </a:prstGeom>
        </p:spPr>
      </p:pic>
      <p:pic>
        <p:nvPicPr>
          <p:cNvPr id="44" name="Picture 43" descr="A purple arrow on a black background&#10;&#10;AI-generated content may be incorrect.">
            <a:extLst>
              <a:ext uri="{FF2B5EF4-FFF2-40B4-BE49-F238E27FC236}">
                <a16:creationId xmlns:a16="http://schemas.microsoft.com/office/drawing/2014/main" id="{E7F9E507-BEA8-E008-8398-24844F37F0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12019" y="-1"/>
            <a:ext cx="4865236" cy="6864863"/>
          </a:xfrm>
          <a:prstGeom prst="rect">
            <a:avLst/>
          </a:prstGeom>
        </p:spPr>
      </p:pic>
      <p:pic>
        <p:nvPicPr>
          <p:cNvPr id="45" name="Picture 44" descr="A purple arrow pointing to the right&#10;&#10;AI-generated content may be incorrect.">
            <a:extLst>
              <a:ext uri="{FF2B5EF4-FFF2-40B4-BE49-F238E27FC236}">
                <a16:creationId xmlns:a16="http://schemas.microsoft.com/office/drawing/2014/main" id="{0E07B6A1-39F3-F804-31DB-A86DE468F25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0798" y="10050"/>
            <a:ext cx="4847217" cy="683943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EACD5DB-5253-F59F-97A0-0D319358658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6666408" y="10050"/>
            <a:ext cx="4847216" cy="6839435"/>
          </a:xfrm>
          <a:prstGeom prst="rect">
            <a:avLst/>
          </a:prstGeom>
        </p:spPr>
      </p:pic>
      <p:pic>
        <p:nvPicPr>
          <p:cNvPr id="47" name="Picture 46" descr="A purple arrow on a black background&#10;&#10;AI-generated content may be incorrect.">
            <a:extLst>
              <a:ext uri="{FF2B5EF4-FFF2-40B4-BE49-F238E27FC236}">
                <a16:creationId xmlns:a16="http://schemas.microsoft.com/office/drawing/2014/main" id="{8EB5D020-D37B-0487-538C-8AACFF4699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729673" y="-1"/>
            <a:ext cx="4865236" cy="6864863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2933B57-EE6D-5D61-6A6F-0449CCCD6BC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-2423608" y="10050"/>
            <a:ext cx="4847216" cy="6839435"/>
          </a:xfrm>
          <a:prstGeom prst="rect">
            <a:avLst/>
          </a:prstGeom>
        </p:spPr>
      </p:pic>
      <p:pic>
        <p:nvPicPr>
          <p:cNvPr id="49" name="Picture 48" descr="AAIC 25 Horizontal Logo">
            <a:extLst>
              <a:ext uri="{FF2B5EF4-FFF2-40B4-BE49-F238E27FC236}">
                <a16:creationId xmlns:a16="http://schemas.microsoft.com/office/drawing/2014/main" id="{691EEC32-FC16-A19D-2D0E-062E338B4DC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701793" y="5392466"/>
            <a:ext cx="5871210" cy="966650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F789E1AE-8995-FFC4-45AD-3341EC64C0E0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FF763421-2B6D-A702-5282-12D607AA22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4696B6E-3933-EC1B-BBD4-243DD80EE1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169EDDB1-84EE-7776-C2BA-7CF4107039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  <p:pic>
        <p:nvPicPr>
          <p:cNvPr id="37" name="Picture 36" descr="AAIC 25 Horizontal Logo">
            <a:extLst>
              <a:ext uri="{FF2B5EF4-FFF2-40B4-BE49-F238E27FC236}">
                <a16:creationId xmlns:a16="http://schemas.microsoft.com/office/drawing/2014/main" id="{A65566E9-CAE8-475E-F029-AFB2E7A05A7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701793" y="5392466"/>
            <a:ext cx="5871210" cy="966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D06039-3A44-3663-B28A-15B49703C48A}"/>
              </a:ext>
            </a:extLst>
          </p:cNvPr>
          <p:cNvSpPr txBox="1">
            <a:spLocks/>
          </p:cNvSpPr>
          <p:nvPr userDrawn="1"/>
        </p:nvSpPr>
        <p:spPr>
          <a:xfrm>
            <a:off x="2961123" y="3942155"/>
            <a:ext cx="7579057" cy="497542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200" baseline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000" b="0" spc="50" baseline="0" dirty="0"/>
              <a:t>Please return to the sessions page to select another session.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15F3BA-23C2-8E4F-4C7F-BC0E35D6DC82}"/>
              </a:ext>
            </a:extLst>
          </p:cNvPr>
          <p:cNvSpPr txBox="1">
            <a:spLocks/>
          </p:cNvSpPr>
          <p:nvPr userDrawn="1"/>
        </p:nvSpPr>
        <p:spPr>
          <a:xfrm>
            <a:off x="2934229" y="3119717"/>
            <a:ext cx="7579057" cy="5916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200" baseline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5000" b="1" spc="200" baseline="0" dirty="0">
                <a:latin typeface="+mj-lt"/>
              </a:rPr>
              <a:t>End of session.</a:t>
            </a:r>
          </a:p>
        </p:txBody>
      </p:sp>
    </p:spTree>
    <p:extLst>
      <p:ext uri="{BB962C8B-B14F-4D97-AF65-F5344CB8AC3E}">
        <p14:creationId xmlns:p14="http://schemas.microsoft.com/office/powerpoint/2010/main" val="163548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3888" userDrawn="1">
          <p15:clr>
            <a:srgbClr val="FBAE40"/>
          </p15:clr>
        </p15:guide>
        <p15:guide id="2" pos="38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8A16EF-C656-A945-1D1B-C4B66304E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7322" y="446889"/>
            <a:ext cx="9154755" cy="66253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BBF18-40D5-C934-F539-D88AA1C38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7322" y="1603956"/>
            <a:ext cx="9154755" cy="457300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Levels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BC2AC-7673-FE47-4535-886E209AF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72549" y="6545179"/>
            <a:ext cx="783359" cy="17629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900" spc="100" baseline="0"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4D78C-E571-87DE-ACDF-26BC56A354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17321" y="6545179"/>
            <a:ext cx="7955228" cy="17629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900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DEED6-12D7-B4EC-7A92-7F29A2E261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908" y="6545179"/>
            <a:ext cx="416169" cy="17629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900" spc="100" baseline="0"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A14348-812D-6EE2-0F4D-9A66BD219451}"/>
              </a:ext>
            </a:extLst>
          </p:cNvPr>
          <p:cNvSpPr txBox="1"/>
          <p:nvPr userDrawn="1"/>
        </p:nvSpPr>
        <p:spPr>
          <a:xfrm>
            <a:off x="8414795" y="6603357"/>
            <a:ext cx="0" cy="0"/>
          </a:xfrm>
          <a:prstGeom prst="rect">
            <a:avLst/>
          </a:prstGeom>
        </p:spPr>
        <p:txBody>
          <a:bodyPr vert="horz" wrap="none" lIns="0" tIns="0" rIns="0" bIns="0" numCol="1" rtlCol="0">
            <a:noAutofit/>
          </a:bodyPr>
          <a:lstStyle/>
          <a:p>
            <a:pPr algn="l">
              <a:lnSpc>
                <a:spcPts val="3000"/>
              </a:lnSpc>
              <a:spcAft>
                <a:spcPts val="500"/>
              </a:spcAft>
            </a:pPr>
            <a:endParaRPr lang="en-US" sz="2400" spc="50" dirty="0"/>
          </a:p>
        </p:txBody>
      </p:sp>
    </p:spTree>
    <p:extLst>
      <p:ext uri="{BB962C8B-B14F-4D97-AF65-F5344CB8AC3E}">
        <p14:creationId xmlns:p14="http://schemas.microsoft.com/office/powerpoint/2010/main" val="1185686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86" r:id="rId2"/>
    <p:sldLayoutId id="2147483687" r:id="rId3"/>
    <p:sldLayoutId id="2147483691" r:id="rId4"/>
    <p:sldLayoutId id="2147483688" r:id="rId5"/>
    <p:sldLayoutId id="2147483689" r:id="rId6"/>
    <p:sldLayoutId id="2147483690" r:id="rId7"/>
    <p:sldLayoutId id="2147483654" r:id="rId8"/>
    <p:sldLayoutId id="2147483650" r:id="rId9"/>
    <p:sldLayoutId id="2147483675" r:id="rId10"/>
    <p:sldLayoutId id="2147483652" r:id="rId11"/>
    <p:sldLayoutId id="2147483653" r:id="rId12"/>
    <p:sldLayoutId id="2147483656" r:id="rId13"/>
    <p:sldLayoutId id="2147483657" r:id="rId14"/>
    <p:sldLayoutId id="2147483677" r:id="rId15"/>
    <p:sldLayoutId id="2147483678" r:id="rId16"/>
    <p:sldLayoutId id="2147483679" r:id="rId17"/>
    <p:sldLayoutId id="2147483680" r:id="rId18"/>
    <p:sldLayoutId id="2147483672" r:id="rId19"/>
    <p:sldLayoutId id="2147483673" r:id="rId20"/>
    <p:sldLayoutId id="2147483674" r:id="rId21"/>
    <p:sldLayoutId id="2147483655" r:id="rId22"/>
    <p:sldLayoutId id="2147483683" r:id="rId23"/>
    <p:sldLayoutId id="2147483684" r:id="rId24"/>
    <p:sldLayoutId id="2147483651" r:id="rId25"/>
    <p:sldLayoutId id="2147483668" r:id="rId26"/>
    <p:sldLayoutId id="2147483669" r:id="rId27"/>
    <p:sldLayoutId id="2147483670" r:id="rId28"/>
    <p:sldLayoutId id="2147483671" r:id="rId29"/>
    <p:sldLayoutId id="2147483682" r:id="rId30"/>
    <p:sldLayoutId id="2147483666" r:id="rId31"/>
    <p:sldLayoutId id="2147483685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500"/>
        </a:spcAft>
        <a:buFontTx/>
        <a:buNone/>
        <a:defRPr sz="2400" kern="1200" spc="1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333375" algn="l" defTabSz="91440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SzPct val="60000"/>
        <a:buFontTx/>
        <a:buBlip>
          <a:blip r:embed="rId34"/>
        </a:buBlip>
        <a:tabLst/>
        <a:defRPr sz="2400" kern="1200" spc="100" baseline="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333375" algn="l" defTabSz="91440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SzPct val="60000"/>
        <a:buFontTx/>
        <a:buBlip>
          <a:blip r:embed="rId34"/>
        </a:buBlip>
        <a:tabLst/>
        <a:defRPr sz="2400" kern="1200" spc="100" baseline="0">
          <a:solidFill>
            <a:schemeClr val="tx1"/>
          </a:solidFill>
          <a:latin typeface="+mn-lt"/>
          <a:ea typeface="+mn-ea"/>
          <a:cs typeface="+mn-cs"/>
        </a:defRPr>
      </a:lvl3pPr>
      <a:lvl4pPr marL="342900" indent="-333375" algn="l" defTabSz="91440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SzPct val="60000"/>
        <a:buFontTx/>
        <a:buBlip>
          <a:blip r:embed="rId34"/>
        </a:buBlip>
        <a:tabLst/>
        <a:defRPr sz="2400" kern="1200" spc="100" baseline="0">
          <a:solidFill>
            <a:schemeClr val="tx1"/>
          </a:solidFill>
          <a:latin typeface="+mn-lt"/>
          <a:ea typeface="+mn-ea"/>
          <a:cs typeface="+mn-cs"/>
        </a:defRPr>
      </a:lvl4pPr>
      <a:lvl5pPr marL="342900" indent="-333375" algn="l" defTabSz="91440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SzPct val="60000"/>
        <a:buFontTx/>
        <a:buBlip>
          <a:blip r:embed="rId34"/>
        </a:buBlip>
        <a:tabLst/>
        <a:defRPr sz="2400" kern="1200" spc="1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F5214EE-36F0-D77C-9F61-09A33B56B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1498600"/>
            <a:ext cx="10160000" cy="1854200"/>
          </a:xfrm>
        </p:spPr>
        <p:txBody>
          <a:bodyPr>
            <a:normAutofit/>
          </a:bodyPr>
          <a:lstStyle/>
          <a:p>
            <a:r>
              <a:rPr lang="en-US" dirty="0"/>
              <a:t>The Basics of Genetic Analysis</a:t>
            </a:r>
          </a:p>
        </p:txBody>
      </p:sp>
    </p:spTree>
    <p:extLst>
      <p:ext uri="{BB962C8B-B14F-4D97-AF65-F5344CB8AC3E}">
        <p14:creationId xmlns:p14="http://schemas.microsoft.com/office/powerpoint/2010/main" val="263529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A279552-7C67-8B06-32C3-F4366A602A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5542017"/>
              </p:ext>
            </p:extLst>
          </p:nvPr>
        </p:nvGraphicFramePr>
        <p:xfrm>
          <a:off x="2150207" y="710774"/>
          <a:ext cx="9701823" cy="4592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301">
                  <a:extLst>
                    <a:ext uri="{9D8B030D-6E8A-4147-A177-3AD203B41FA5}">
                      <a16:colId xmlns:a16="http://schemas.microsoft.com/office/drawing/2014/main" val="684036116"/>
                    </a:ext>
                  </a:extLst>
                </a:gridCol>
                <a:gridCol w="5083581">
                  <a:extLst>
                    <a:ext uri="{9D8B030D-6E8A-4147-A177-3AD203B41FA5}">
                      <a16:colId xmlns:a16="http://schemas.microsoft.com/office/drawing/2014/main" val="3212405846"/>
                    </a:ext>
                  </a:extLst>
                </a:gridCol>
                <a:gridCol w="3233941">
                  <a:extLst>
                    <a:ext uri="{9D8B030D-6E8A-4147-A177-3AD203B41FA5}">
                      <a16:colId xmlns:a16="http://schemas.microsoft.com/office/drawing/2014/main" val="2058592769"/>
                    </a:ext>
                  </a:extLst>
                </a:gridCol>
              </a:tblGrid>
              <a:tr h="477349">
                <a:tc>
                  <a:txBody>
                    <a:bodyPr/>
                    <a:lstStyle/>
                    <a:p>
                      <a:r>
                        <a:rPr lang="en-GB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Session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Speakers and Moderator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74608"/>
                  </a:ext>
                </a:extLst>
              </a:tr>
              <a:tr h="404983">
                <a:tc>
                  <a:txBody>
                    <a:bodyPr/>
                    <a:lstStyle/>
                    <a:p>
                      <a:r>
                        <a:rPr lang="en-GB" dirty="0"/>
                        <a:t>8:00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Welcome/Intro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Tavia Evans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236280"/>
                  </a:ext>
                </a:extLst>
              </a:tr>
              <a:tr h="404983">
                <a:tc>
                  <a:txBody>
                    <a:bodyPr/>
                    <a:lstStyle/>
                    <a:p>
                      <a:r>
                        <a:rPr lang="en-GB" dirty="0"/>
                        <a:t>8:10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How to design your genetics experiment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Natalia Vilor-Tejedor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016270"/>
                  </a:ext>
                </a:extLst>
              </a:tr>
              <a:tr h="404983">
                <a:tc>
                  <a:txBody>
                    <a:bodyPr/>
                    <a:lstStyle/>
                    <a:p>
                      <a:r>
                        <a:rPr lang="en-GB" dirty="0"/>
                        <a:t>8:20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How to get data, QC, and imputation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Natalia Vilor-Tejedor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990449"/>
                  </a:ext>
                </a:extLst>
              </a:tr>
              <a:tr h="404983">
                <a:tc>
                  <a:txBody>
                    <a:bodyPr/>
                    <a:lstStyle/>
                    <a:p>
                      <a:r>
                        <a:rPr lang="en-GB" dirty="0"/>
                        <a:t>9:00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Single nucleotide polymorphisms (SNP)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Yuetiva</a:t>
                      </a:r>
                      <a:r>
                        <a:rPr lang="en-GB" dirty="0"/>
                        <a:t> Robles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570016"/>
                  </a:ext>
                </a:extLst>
              </a:tr>
              <a:tr h="404983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9:40 am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Break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076564"/>
                  </a:ext>
                </a:extLst>
              </a:tr>
              <a:tr h="404983">
                <a:tc>
                  <a:txBody>
                    <a:bodyPr/>
                    <a:lstStyle/>
                    <a:p>
                      <a:r>
                        <a:rPr lang="en-GB" dirty="0"/>
                        <a:t>9:50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Genome Wide Association Studies (GWAS)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Yuetiva</a:t>
                      </a:r>
                      <a:r>
                        <a:rPr lang="en-GB" dirty="0"/>
                        <a:t> Robles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54182"/>
                  </a:ext>
                </a:extLst>
              </a:tr>
              <a:tr h="404983">
                <a:tc>
                  <a:txBody>
                    <a:bodyPr/>
                    <a:lstStyle/>
                    <a:p>
                      <a:r>
                        <a:rPr lang="en-GB" dirty="0"/>
                        <a:t>10:40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Polygenic risk score (PRS) calculation with </a:t>
                      </a:r>
                      <a:r>
                        <a:rPr lang="en-GB" dirty="0" err="1"/>
                        <a:t>PRSice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Emma Luckett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092162"/>
                  </a:ext>
                </a:extLst>
              </a:tr>
              <a:tr h="404983">
                <a:tc>
                  <a:txBody>
                    <a:bodyPr/>
                    <a:lstStyle/>
                    <a:p>
                      <a:r>
                        <a:rPr lang="en-GB" dirty="0"/>
                        <a:t>11:35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PostGWAS</a:t>
                      </a:r>
                      <a:r>
                        <a:rPr lang="en-GB" dirty="0"/>
                        <a:t> analysis. Understanding biological pathways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Krishna Rani Kalari &amp;. </a:t>
                      </a:r>
                      <a:r>
                        <a:rPr lang="en-GB" dirty="0" err="1"/>
                        <a:t>Karunya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Kandimalla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794275"/>
                  </a:ext>
                </a:extLst>
              </a:tr>
              <a:tr h="404983">
                <a:tc>
                  <a:txBody>
                    <a:bodyPr/>
                    <a:lstStyle/>
                    <a:p>
                      <a:r>
                        <a:rPr lang="en-GB" dirty="0"/>
                        <a:t>11:55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End/Review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Tavia Evans/Natalia Vilor-Tejedor/Jun Hao Wen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843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738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043DC-199D-6AC3-530A-36D761146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8824" y="1338942"/>
            <a:ext cx="9545184" cy="3265716"/>
          </a:xfrm>
        </p:spPr>
        <p:txBody>
          <a:bodyPr/>
          <a:lstStyle/>
          <a:p>
            <a:r>
              <a:rPr lang="en-US" dirty="0"/>
              <a:t>Post survey!</a:t>
            </a:r>
            <a:br>
              <a:rPr lang="en-US" dirty="0"/>
            </a:br>
            <a:r>
              <a:rPr lang="en-US" dirty="0"/>
              <a:t>Feedback!</a:t>
            </a:r>
          </a:p>
        </p:txBody>
      </p:sp>
      <p:pic>
        <p:nvPicPr>
          <p:cNvPr id="8" name="Graphic 7" descr="Checkbox Ticked with solid fill">
            <a:extLst>
              <a:ext uri="{FF2B5EF4-FFF2-40B4-BE49-F238E27FC236}">
                <a16:creationId xmlns:a16="http://schemas.microsoft.com/office/drawing/2014/main" id="{314EE977-66E7-3A87-1B67-7C340B1E5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4424" y="2168236"/>
            <a:ext cx="914400" cy="914400"/>
          </a:xfrm>
          <a:prstGeom prst="rect">
            <a:avLst/>
          </a:prstGeom>
        </p:spPr>
      </p:pic>
      <p:pic>
        <p:nvPicPr>
          <p:cNvPr id="9" name="Graphic 8" descr="Checkbox Ticked with solid fill">
            <a:extLst>
              <a:ext uri="{FF2B5EF4-FFF2-40B4-BE49-F238E27FC236}">
                <a16:creationId xmlns:a16="http://schemas.microsoft.com/office/drawing/2014/main" id="{C08D0B7C-54C2-0D88-B3BC-9CC99C050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4424" y="2860965"/>
            <a:ext cx="914400" cy="914400"/>
          </a:xfrm>
          <a:prstGeom prst="rect">
            <a:avLst/>
          </a:prstGeom>
        </p:spPr>
      </p:pic>
      <p:pic>
        <p:nvPicPr>
          <p:cNvPr id="4" name="Picture 3" descr="A qr code with black squares&#10;&#10;Description automatically generated">
            <a:extLst>
              <a:ext uri="{FF2B5EF4-FFF2-40B4-BE49-F238E27FC236}">
                <a16:creationId xmlns:a16="http://schemas.microsoft.com/office/drawing/2014/main" id="{7BC62CA9-6937-3870-4D9F-248077C90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797" y="862447"/>
            <a:ext cx="3997035" cy="399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51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AIC-Colors 1">
      <a:dk1>
        <a:srgbClr val="480D64"/>
      </a:dk1>
      <a:lt1>
        <a:srgbClr val="FFFFFF"/>
      </a:lt1>
      <a:dk2>
        <a:srgbClr val="490D66"/>
      </a:dk2>
      <a:lt2>
        <a:srgbClr val="F7F9FF"/>
      </a:lt2>
      <a:accent1>
        <a:srgbClr val="490D66"/>
      </a:accent1>
      <a:accent2>
        <a:srgbClr val="FAA31A"/>
      </a:accent2>
      <a:accent3>
        <a:srgbClr val="57C3B6"/>
      </a:accent3>
      <a:accent4>
        <a:srgbClr val="58595B"/>
      </a:accent4>
      <a:accent5>
        <a:srgbClr val="A87BC9"/>
      </a:accent5>
      <a:accent6>
        <a:srgbClr val="BCBEC0"/>
      </a:accent6>
      <a:hlink>
        <a:srgbClr val="A77BC8"/>
      </a:hlink>
      <a:folHlink>
        <a:srgbClr val="A77BC8"/>
      </a:folHlink>
    </a:clrScheme>
    <a:fontScheme name="HouschkaAltPro">
      <a:majorFont>
        <a:latin typeface="HouschkaAltPro-Bold"/>
        <a:ea typeface=""/>
        <a:cs typeface=""/>
      </a:majorFont>
      <a:minorFont>
        <a:latin typeface="HouschkaAltPro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numCol="1" rtlCol="0">
        <a:noAutofit/>
      </a:bodyPr>
      <a:lstStyle>
        <a:defPPr algn="l">
          <a:lnSpc>
            <a:spcPts val="3000"/>
          </a:lnSpc>
          <a:spcAft>
            <a:spcPts val="500"/>
          </a:spcAft>
          <a:defRPr sz="2400" spc="5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1550</TotalTime>
  <Words>113</Words>
  <Application>Microsoft Macintosh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HouschkaAltPro-Bold</vt:lpstr>
      <vt:lpstr>HouschkaAltPro-Medium</vt:lpstr>
      <vt:lpstr>Arial</vt:lpstr>
      <vt:lpstr>Houschka Alt Pro Medium</vt:lpstr>
      <vt:lpstr>Office Theme</vt:lpstr>
      <vt:lpstr>The Basics of Genetic Analysis</vt:lpstr>
      <vt:lpstr>PowerPoint Presentation</vt:lpstr>
      <vt:lpstr>Post survey! Feedback!</vt:lpstr>
    </vt:vector>
  </TitlesOfParts>
  <Manager/>
  <Company>STUDIO KAST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AAIC25 Presenter Poswerpoint Template</dc:title>
  <dc:subject/>
  <dc:creator>Christy Smith Kobus</dc:creator>
  <cp:keywords/>
  <dc:description>studiokast.com
christy@studiokast.com</dc:description>
  <cp:lastModifiedBy>Tavia Emily Evans</cp:lastModifiedBy>
  <cp:revision>637</cp:revision>
  <dcterms:created xsi:type="dcterms:W3CDTF">2024-05-21T01:56:43Z</dcterms:created>
  <dcterms:modified xsi:type="dcterms:W3CDTF">2025-07-14T08:59:58Z</dcterms:modified>
  <cp:category/>
</cp:coreProperties>
</file>